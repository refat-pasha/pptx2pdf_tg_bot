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777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1" i="0" u="none" strike="noStrike" cap="none" spc="0" normalizeH="0" baseline="0">
        <a:ln>
          <a:noFill/>
        </a:ln>
        <a:solidFill>
          <a:srgbClr val="F3F3F3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3F3F3"/>
        </a:fontRef>
        <a:srgbClr val="F3F3F3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FCE6D1"/>
          </a:solidFill>
        </a:fill>
      </a:tcStyle>
    </a:wholeTbl>
    <a:band2H>
      <a:tcTxStyle/>
      <a:tcStyle>
        <a:tcBdr/>
        <a:fill>
          <a:solidFill>
            <a:srgbClr val="FEF3E9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381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381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3F3F3"/>
        </a:fontRef>
        <a:srgbClr val="F3F3F3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D0E8F8"/>
          </a:solidFill>
        </a:fill>
      </a:tcStyle>
    </a:wholeTbl>
    <a:band2H>
      <a:tcTxStyle/>
      <a:tcStyle>
        <a:tcBdr/>
        <a:fill>
          <a:solidFill>
            <a:srgbClr val="E9F4FC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381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381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3F3F3"/>
        </a:fontRef>
        <a:srgbClr val="F3F3F3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CDCD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381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381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3F3F3"/>
        </a:fontRef>
        <a:srgbClr val="F3F3F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DFDFD"/>
          </a:solidFill>
        </a:fill>
      </a:tcStyle>
    </a:wholeTbl>
    <a:band2H>
      <a:tcTxStyle/>
      <a:tcStyle>
        <a:tcBdr/>
        <a:fill>
          <a:solidFill>
            <a:schemeClr val="accent4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3F3F3"/>
        </a:fontRef>
        <a:srgbClr val="F3F3F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3F3F3"/>
              </a:solidFill>
              <a:prstDash val="solid"/>
              <a:round/>
            </a:ln>
          </a:top>
          <a:bottom>
            <a:ln w="25400" cap="flat">
              <a:solidFill>
                <a:srgbClr val="F3F3F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/>
          </a:solidFill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3F3F3"/>
              </a:solidFill>
              <a:prstDash val="solid"/>
              <a:round/>
            </a:ln>
          </a:top>
          <a:bottom>
            <a:ln w="25400" cap="flat">
              <a:solidFill>
                <a:srgbClr val="F3F3F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3F3F3"/>
        </a:fontRef>
        <a:srgbClr val="F3F3F3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FAFAFA"/>
          </a:solidFill>
        </a:fill>
      </a:tcStyle>
    </a:wholeTbl>
    <a:band2H>
      <a:tcTxStyle/>
      <a:tcStyle>
        <a:tcBdr/>
        <a:fill>
          <a:solidFill>
            <a:srgbClr val="FDFDFD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F3F3F3"/>
          </a:solidFill>
        </a:fill>
      </a:tcStyle>
    </a:firstCol>
    <a:la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381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F3F3F3"/>
          </a:solidFill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381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rgbClr val="F3F3F3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4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solidFill>
            <a:schemeClr val="accent4">
              <a:alpha val="20000"/>
            </a:schemeClr>
          </a:solidFill>
        </a:fill>
      </a:tcStyle>
    </a:firstCol>
    <a:la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50800" cap="flat">
              <a:solidFill>
                <a:schemeClr val="accent4"/>
              </a:solidFill>
              <a:prstDash val="solid"/>
              <a:round/>
            </a:ln>
          </a:top>
          <a:bottom>
            <a:ln w="127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chemeClr val="accent4"/>
        </a:fontRef>
        <a:schemeClr val="accent4"/>
      </a:tcTxStyle>
      <a:tcStyle>
        <a:tcBdr>
          <a:left>
            <a:ln w="12700" cap="flat">
              <a:solidFill>
                <a:schemeClr val="accent4"/>
              </a:solidFill>
              <a:prstDash val="solid"/>
              <a:round/>
            </a:ln>
          </a:left>
          <a:right>
            <a:ln w="12700" cap="flat">
              <a:solidFill>
                <a:schemeClr val="accent4"/>
              </a:solidFill>
              <a:prstDash val="solid"/>
              <a:round/>
            </a:ln>
          </a:right>
          <a:top>
            <a:ln w="12700" cap="flat">
              <a:solidFill>
                <a:schemeClr val="accent4"/>
              </a:solidFill>
              <a:prstDash val="solid"/>
              <a:round/>
            </a:ln>
          </a:top>
          <a:bottom>
            <a:ln w="25400" cap="flat">
              <a:solidFill>
                <a:schemeClr val="accent4"/>
              </a:solidFill>
              <a:prstDash val="solid"/>
              <a:round/>
            </a:ln>
          </a:bottom>
          <a:insideH>
            <a:ln w="12700" cap="flat">
              <a:solidFill>
                <a:schemeClr val="accent4"/>
              </a:solidFill>
              <a:prstDash val="solid"/>
              <a:round/>
            </a:ln>
          </a:insideH>
          <a:insideV>
            <a:ln w="12700" cap="flat">
              <a:solidFill>
                <a:schemeClr val="accent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9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0" name="Shape 6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>
            <a:spLocks noGrp="1"/>
          </p:cNvSpPr>
          <p:nvPr>
            <p:ph type="title"/>
          </p:nvPr>
        </p:nvSpPr>
        <p:spPr>
          <a:xfrm>
            <a:off x="713225" y="1144500"/>
            <a:ext cx="4112101" cy="2378700"/>
          </a:xfrm>
          <a:prstGeom prst="rect">
            <a:avLst/>
          </a:prstGeom>
        </p:spPr>
        <p:txBody>
          <a:bodyPr anchor="b"/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0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13225" y="3523200"/>
            <a:ext cx="4112101" cy="4758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  <a:defRPr sz="1600"/>
            </a:lvl1pPr>
            <a:lvl2pPr marL="0" indent="152400">
              <a:buClrTx/>
              <a:buSzTx/>
              <a:buFontTx/>
              <a:buNone/>
              <a:defRPr sz="1600"/>
            </a:lvl2pPr>
            <a:lvl3pPr marL="0" indent="152400">
              <a:buClrTx/>
              <a:buSzTx/>
              <a:buFontTx/>
              <a:buNone/>
              <a:defRPr sz="1600"/>
            </a:lvl3pPr>
            <a:lvl4pPr marL="0" indent="152400">
              <a:buClrTx/>
              <a:buSzTx/>
              <a:buFontTx/>
              <a:buNone/>
              <a:defRPr sz="1600"/>
            </a:lvl4pPr>
            <a:lvl5pPr marL="0" indent="1524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Google Shape;11;p2"/>
          <p:cNvSpPr/>
          <p:nvPr/>
        </p:nvSpPr>
        <p:spPr>
          <a:xfrm rot="10800000">
            <a:off x="-1414782" y="-845134"/>
            <a:ext cx="2960924" cy="2132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3" name="Google Shape;12;p2"/>
          <p:cNvSpPr/>
          <p:nvPr/>
        </p:nvSpPr>
        <p:spPr>
          <a:xfrm rot="11700007" flipH="1">
            <a:off x="-1383439" y="4118134"/>
            <a:ext cx="3665565" cy="1921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_HEADER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4047175" y="2571974"/>
            <a:ext cx="4383600" cy="841803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112" name="Google Shape;16;p3"/>
          <p:cNvSpPr>
            <a:spLocks noGrp="1"/>
          </p:cNvSpPr>
          <p:nvPr>
            <p:ph type="pic" sz="quarter" idx="21"/>
          </p:nvPr>
        </p:nvSpPr>
        <p:spPr>
          <a:xfrm>
            <a:off x="484625" y="1076549"/>
            <a:ext cx="2990402" cy="299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3" name="Google Shape;17;p3"/>
          <p:cNvSpPr/>
          <p:nvPr/>
        </p:nvSpPr>
        <p:spPr>
          <a:xfrm rot="18336548" flipH="1">
            <a:off x="6009307" y="3906035"/>
            <a:ext cx="2705058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4" name="Google Shape;18;p3"/>
          <p:cNvSpPr/>
          <p:nvPr/>
        </p:nvSpPr>
        <p:spPr>
          <a:xfrm rot="460624" flipH="1">
            <a:off x="6549113" y="-1515335"/>
            <a:ext cx="3789320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5" name="Google Shape;19;p3"/>
          <p:cNvSpPr/>
          <p:nvPr/>
        </p:nvSpPr>
        <p:spPr>
          <a:xfrm rot="17007883" flipH="1">
            <a:off x="30076" y="111200"/>
            <a:ext cx="596046" cy="51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18;p5"/>
          <p:cNvSpPr/>
          <p:nvPr/>
        </p:nvSpPr>
        <p:spPr>
          <a:xfrm rot="5551952">
            <a:off x="-620436" y="4066157"/>
            <a:ext cx="1853385" cy="1765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3" name="Google Shape;119;p5"/>
          <p:cNvSpPr/>
          <p:nvPr/>
        </p:nvSpPr>
        <p:spPr>
          <a:xfrm rot="21139316">
            <a:off x="-781403" y="-887984"/>
            <a:ext cx="1930895" cy="16839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Google Shape;123;p6"/>
          <p:cNvSpPr/>
          <p:nvPr/>
        </p:nvSpPr>
        <p:spPr>
          <a:xfrm rot="12523293">
            <a:off x="181003" y="-747819"/>
            <a:ext cx="1519344" cy="131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146" name="Google Shape;124;p6"/>
          <p:cNvGrpSpPr/>
          <p:nvPr/>
        </p:nvGrpSpPr>
        <p:grpSpPr>
          <a:xfrm>
            <a:off x="6779274" y="192979"/>
            <a:ext cx="2108006" cy="297427"/>
            <a:chOff x="-1" y="0"/>
            <a:chExt cx="2108005" cy="297426"/>
          </a:xfrm>
        </p:grpSpPr>
        <p:sp>
          <p:nvSpPr>
            <p:cNvPr id="143" name="Google Shape;125;p6"/>
            <p:cNvSpPr/>
            <p:nvPr/>
          </p:nvSpPr>
          <p:spPr>
            <a:xfrm>
              <a:off x="-2" y="-1"/>
              <a:ext cx="2108007" cy="297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76" y="0"/>
                  </a:moveTo>
                  <a:cubicBezTo>
                    <a:pt x="20918" y="0"/>
                    <a:pt x="21600" y="4835"/>
                    <a:pt x="21600" y="10800"/>
                  </a:cubicBezTo>
                  <a:cubicBezTo>
                    <a:pt x="21600" y="16765"/>
                    <a:pt x="20918" y="21600"/>
                    <a:pt x="20076" y="21600"/>
                  </a:cubicBezTo>
                  <a:lnTo>
                    <a:pt x="1524" y="21600"/>
                  </a:lnTo>
                  <a:cubicBezTo>
                    <a:pt x="682" y="21600"/>
                    <a:pt x="0" y="16765"/>
                    <a:pt x="0" y="10800"/>
                  </a:cubicBezTo>
                  <a:cubicBezTo>
                    <a:pt x="0" y="4835"/>
                    <a:pt x="682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44" name="Google Shape;126;p6"/>
            <p:cNvSpPr/>
            <p:nvPr/>
          </p:nvSpPr>
          <p:spPr>
            <a:xfrm>
              <a:off x="1832601" y="34140"/>
              <a:ext cx="214813" cy="214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6" h="20677" extrusionOk="0">
                  <a:moveTo>
                    <a:pt x="20061" y="17138"/>
                  </a:moveTo>
                  <a:lnTo>
                    <a:pt x="14903" y="11961"/>
                  </a:lnTo>
                  <a:lnTo>
                    <a:pt x="14075" y="12792"/>
                  </a:lnTo>
                  <a:lnTo>
                    <a:pt x="13141" y="11854"/>
                  </a:lnTo>
                  <a:cubicBezTo>
                    <a:pt x="15353" y="8957"/>
                    <a:pt x="15175" y="4813"/>
                    <a:pt x="12537" y="2164"/>
                  </a:cubicBezTo>
                  <a:cubicBezTo>
                    <a:pt x="9663" y="-721"/>
                    <a:pt x="5014" y="-721"/>
                    <a:pt x="2152" y="2164"/>
                  </a:cubicBezTo>
                  <a:cubicBezTo>
                    <a:pt x="-711" y="5050"/>
                    <a:pt x="-723" y="9717"/>
                    <a:pt x="2152" y="12591"/>
                  </a:cubicBezTo>
                  <a:cubicBezTo>
                    <a:pt x="4825" y="15274"/>
                    <a:pt x="9012" y="15429"/>
                    <a:pt x="11899" y="13125"/>
                  </a:cubicBezTo>
                  <a:lnTo>
                    <a:pt x="12833" y="14063"/>
                  </a:lnTo>
                  <a:lnTo>
                    <a:pt x="12005" y="14894"/>
                  </a:lnTo>
                  <a:lnTo>
                    <a:pt x="17163" y="20072"/>
                  </a:lnTo>
                  <a:cubicBezTo>
                    <a:pt x="17967" y="20879"/>
                    <a:pt x="19268" y="20879"/>
                    <a:pt x="20073" y="20072"/>
                  </a:cubicBezTo>
                  <a:cubicBezTo>
                    <a:pt x="20877" y="19264"/>
                    <a:pt x="20877" y="17958"/>
                    <a:pt x="20073" y="17150"/>
                  </a:cubicBezTo>
                  <a:close/>
                  <a:moveTo>
                    <a:pt x="7344" y="12781"/>
                  </a:moveTo>
                  <a:cubicBezTo>
                    <a:pt x="6765" y="12781"/>
                    <a:pt x="6197" y="12686"/>
                    <a:pt x="5665" y="12519"/>
                  </a:cubicBezTo>
                  <a:cubicBezTo>
                    <a:pt x="4174" y="12032"/>
                    <a:pt x="2968" y="10904"/>
                    <a:pt x="2376" y="9467"/>
                  </a:cubicBezTo>
                  <a:cubicBezTo>
                    <a:pt x="2104" y="8826"/>
                    <a:pt x="1962" y="8126"/>
                    <a:pt x="1962" y="7389"/>
                  </a:cubicBezTo>
                  <a:cubicBezTo>
                    <a:pt x="1962" y="4409"/>
                    <a:pt x="4375" y="1986"/>
                    <a:pt x="7344" y="1986"/>
                  </a:cubicBezTo>
                  <a:cubicBezTo>
                    <a:pt x="8078" y="1986"/>
                    <a:pt x="8776" y="2129"/>
                    <a:pt x="9415" y="2402"/>
                  </a:cubicBezTo>
                  <a:cubicBezTo>
                    <a:pt x="10846" y="3008"/>
                    <a:pt x="11970" y="4207"/>
                    <a:pt x="12455" y="5703"/>
                  </a:cubicBezTo>
                  <a:cubicBezTo>
                    <a:pt x="12632" y="6238"/>
                    <a:pt x="12715" y="6796"/>
                    <a:pt x="12715" y="7389"/>
                  </a:cubicBezTo>
                  <a:cubicBezTo>
                    <a:pt x="12715" y="10370"/>
                    <a:pt x="10314" y="12781"/>
                    <a:pt x="7344" y="12781"/>
                  </a:cubicBezTo>
                  <a:close/>
                </a:path>
              </a:pathLst>
            </a:custGeom>
            <a:solidFill>
              <a:srgbClr val="F3F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45" name="Google Shape;127;p6"/>
            <p:cNvSpPr/>
            <p:nvPr/>
          </p:nvSpPr>
          <p:spPr>
            <a:xfrm>
              <a:off x="1762444" y="31462"/>
              <a:ext cx="12703" cy="224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59" y="21600"/>
                    <a:pt x="0" y="21387"/>
                    <a:pt x="0" y="21128"/>
                  </a:cubicBezTo>
                  <a:lnTo>
                    <a:pt x="0" y="472"/>
                  </a:lnTo>
                  <a:cubicBezTo>
                    <a:pt x="0" y="212"/>
                    <a:pt x="4859" y="0"/>
                    <a:pt x="10800" y="0"/>
                  </a:cubicBezTo>
                  <a:cubicBezTo>
                    <a:pt x="16739" y="0"/>
                    <a:pt x="21600" y="212"/>
                    <a:pt x="21600" y="472"/>
                  </a:cubicBezTo>
                  <a:lnTo>
                    <a:pt x="21600" y="21128"/>
                  </a:lnTo>
                  <a:cubicBezTo>
                    <a:pt x="21600" y="21387"/>
                    <a:pt x="16739" y="21600"/>
                    <a:pt x="10800" y="21600"/>
                  </a:cubicBezTo>
                  <a:close/>
                </a:path>
              </a:pathLst>
            </a:custGeom>
            <a:solidFill>
              <a:srgbClr val="35363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47" name="Google Shape;128;p6"/>
          <p:cNvSpPr/>
          <p:nvPr/>
        </p:nvSpPr>
        <p:spPr>
          <a:xfrm rot="532502" flipH="1">
            <a:off x="-454132" y="4386024"/>
            <a:ext cx="1404597" cy="12249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153" name="Google Shape;129;p6"/>
          <p:cNvGrpSpPr/>
          <p:nvPr/>
        </p:nvGrpSpPr>
        <p:grpSpPr>
          <a:xfrm>
            <a:off x="-148778" y="4544210"/>
            <a:ext cx="784234" cy="584408"/>
            <a:chOff x="-2" y="-1"/>
            <a:chExt cx="784232" cy="584406"/>
          </a:xfrm>
        </p:grpSpPr>
        <p:grpSp>
          <p:nvGrpSpPr>
            <p:cNvPr id="151" name="Google Shape;130;p6"/>
            <p:cNvGrpSpPr/>
            <p:nvPr/>
          </p:nvGrpSpPr>
          <p:grpSpPr>
            <a:xfrm>
              <a:off x="-3" y="-2"/>
              <a:ext cx="784234" cy="584407"/>
              <a:chOff x="0" y="0"/>
              <a:chExt cx="784232" cy="584406"/>
            </a:xfrm>
          </p:grpSpPr>
          <p:sp>
            <p:nvSpPr>
              <p:cNvPr id="148" name="Google Shape;131;p6"/>
              <p:cNvSpPr/>
              <p:nvPr/>
            </p:nvSpPr>
            <p:spPr>
              <a:xfrm>
                <a:off x="174576" y="-1"/>
                <a:ext cx="609656" cy="4099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4" y="550"/>
                    </a:moveTo>
                    <a:lnTo>
                      <a:pt x="8407" y="3023"/>
                    </a:lnTo>
                    <a:cubicBezTo>
                      <a:pt x="8647" y="3380"/>
                      <a:pt x="8975" y="3586"/>
                      <a:pt x="9317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9" y="0"/>
                    </a:lnTo>
                    <a:cubicBezTo>
                      <a:pt x="6181" y="0"/>
                      <a:pt x="6509" y="199"/>
                      <a:pt x="6749" y="556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49" name="Google Shape;132;p6"/>
              <p:cNvSpPr/>
              <p:nvPr/>
            </p:nvSpPr>
            <p:spPr>
              <a:xfrm>
                <a:off x="87222" y="87099"/>
                <a:ext cx="609653" cy="4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4" y="556"/>
                    </a:moveTo>
                    <a:lnTo>
                      <a:pt x="8407" y="3030"/>
                    </a:lnTo>
                    <a:cubicBezTo>
                      <a:pt x="8647" y="3387"/>
                      <a:pt x="8975" y="3586"/>
                      <a:pt x="9317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9" y="0"/>
                    </a:lnTo>
                    <a:cubicBezTo>
                      <a:pt x="6181" y="0"/>
                      <a:pt x="6509" y="199"/>
                      <a:pt x="6749" y="55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0" name="Google Shape;133;p6"/>
              <p:cNvSpPr/>
              <p:nvPr/>
            </p:nvSpPr>
            <p:spPr>
              <a:xfrm>
                <a:off x="-1" y="174460"/>
                <a:ext cx="609654" cy="4099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4" y="556"/>
                    </a:moveTo>
                    <a:lnTo>
                      <a:pt x="8407" y="3030"/>
                    </a:lnTo>
                    <a:cubicBezTo>
                      <a:pt x="8647" y="3387"/>
                      <a:pt x="8975" y="3586"/>
                      <a:pt x="9317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9" y="0"/>
                    </a:lnTo>
                    <a:cubicBezTo>
                      <a:pt x="6181" y="0"/>
                      <a:pt x="6509" y="199"/>
                      <a:pt x="6749" y="55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52" name="Google Shape;134;p6"/>
            <p:cNvSpPr/>
            <p:nvPr/>
          </p:nvSpPr>
          <p:spPr>
            <a:xfrm>
              <a:off x="149934" y="342009"/>
              <a:ext cx="305218" cy="13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27" y="9649"/>
                  </a:moveTo>
                  <a:lnTo>
                    <a:pt x="0" y="9649"/>
                  </a:lnTo>
                  <a:lnTo>
                    <a:pt x="0" y="11951"/>
                  </a:lnTo>
                  <a:lnTo>
                    <a:pt x="2427" y="11951"/>
                  </a:lnTo>
                  <a:lnTo>
                    <a:pt x="2427" y="9649"/>
                  </a:lnTo>
                  <a:close/>
                  <a:moveTo>
                    <a:pt x="11192" y="16775"/>
                  </a:moveTo>
                  <a:lnTo>
                    <a:pt x="17826" y="16775"/>
                  </a:lnTo>
                  <a:lnTo>
                    <a:pt x="17826" y="14474"/>
                  </a:lnTo>
                  <a:lnTo>
                    <a:pt x="11192" y="14474"/>
                  </a:lnTo>
                  <a:lnTo>
                    <a:pt x="11192" y="16775"/>
                  </a:lnTo>
                  <a:close/>
                  <a:moveTo>
                    <a:pt x="3174" y="11951"/>
                  </a:moveTo>
                  <a:lnTo>
                    <a:pt x="12567" y="11951"/>
                  </a:lnTo>
                  <a:lnTo>
                    <a:pt x="12567" y="9649"/>
                  </a:lnTo>
                  <a:lnTo>
                    <a:pt x="3174" y="9649"/>
                  </a:lnTo>
                  <a:lnTo>
                    <a:pt x="3174" y="11951"/>
                  </a:lnTo>
                  <a:close/>
                  <a:moveTo>
                    <a:pt x="17826" y="0"/>
                  </a:moveTo>
                  <a:lnTo>
                    <a:pt x="2316" y="0"/>
                  </a:lnTo>
                  <a:lnTo>
                    <a:pt x="2316" y="2301"/>
                  </a:lnTo>
                  <a:lnTo>
                    <a:pt x="17826" y="2301"/>
                  </a:lnTo>
                  <a:lnTo>
                    <a:pt x="17826" y="0"/>
                  </a:lnTo>
                  <a:close/>
                  <a:moveTo>
                    <a:pt x="4632" y="4825"/>
                  </a:moveTo>
                  <a:lnTo>
                    <a:pt x="0" y="4825"/>
                  </a:lnTo>
                  <a:lnTo>
                    <a:pt x="0" y="7126"/>
                  </a:lnTo>
                  <a:lnTo>
                    <a:pt x="4632" y="7126"/>
                  </a:lnTo>
                  <a:lnTo>
                    <a:pt x="4632" y="4825"/>
                  </a:lnTo>
                  <a:close/>
                  <a:moveTo>
                    <a:pt x="9937" y="14474"/>
                  </a:moveTo>
                  <a:lnTo>
                    <a:pt x="0" y="14474"/>
                  </a:lnTo>
                  <a:lnTo>
                    <a:pt x="0" y="16775"/>
                  </a:lnTo>
                  <a:lnTo>
                    <a:pt x="9937" y="16775"/>
                  </a:lnTo>
                  <a:lnTo>
                    <a:pt x="9937" y="14474"/>
                  </a:lnTo>
                  <a:close/>
                  <a:moveTo>
                    <a:pt x="14228" y="21600"/>
                  </a:moveTo>
                  <a:lnTo>
                    <a:pt x="18952" y="21600"/>
                  </a:lnTo>
                  <a:lnTo>
                    <a:pt x="18952" y="19299"/>
                  </a:lnTo>
                  <a:lnTo>
                    <a:pt x="14228" y="19299"/>
                  </a:lnTo>
                  <a:lnTo>
                    <a:pt x="14228" y="21600"/>
                  </a:lnTo>
                  <a:close/>
                  <a:moveTo>
                    <a:pt x="0" y="21600"/>
                  </a:moveTo>
                  <a:lnTo>
                    <a:pt x="6025" y="21600"/>
                  </a:lnTo>
                  <a:lnTo>
                    <a:pt x="6025" y="19299"/>
                  </a:lnTo>
                  <a:lnTo>
                    <a:pt x="0" y="19299"/>
                  </a:lnTo>
                  <a:lnTo>
                    <a:pt x="0" y="21600"/>
                  </a:lnTo>
                  <a:close/>
                  <a:moveTo>
                    <a:pt x="5887" y="7126"/>
                  </a:moveTo>
                  <a:lnTo>
                    <a:pt x="21600" y="7126"/>
                  </a:lnTo>
                  <a:lnTo>
                    <a:pt x="21600" y="4825"/>
                  </a:lnTo>
                  <a:lnTo>
                    <a:pt x="5887" y="4825"/>
                  </a:lnTo>
                  <a:lnTo>
                    <a:pt x="5887" y="7126"/>
                  </a:lnTo>
                  <a:close/>
                  <a:moveTo>
                    <a:pt x="18454" y="0"/>
                  </a:moveTo>
                  <a:lnTo>
                    <a:pt x="18454" y="2301"/>
                  </a:lnTo>
                  <a:lnTo>
                    <a:pt x="21600" y="2301"/>
                  </a:lnTo>
                  <a:lnTo>
                    <a:pt x="21600" y="0"/>
                  </a:lnTo>
                  <a:lnTo>
                    <a:pt x="18454" y="0"/>
                  </a:lnTo>
                  <a:close/>
                  <a:moveTo>
                    <a:pt x="13305" y="11951"/>
                  </a:moveTo>
                  <a:lnTo>
                    <a:pt x="21600" y="11951"/>
                  </a:lnTo>
                  <a:lnTo>
                    <a:pt x="21600" y="9649"/>
                  </a:lnTo>
                  <a:lnTo>
                    <a:pt x="13305" y="9649"/>
                  </a:lnTo>
                  <a:lnTo>
                    <a:pt x="13305" y="11951"/>
                  </a:lnTo>
                  <a:close/>
                  <a:moveTo>
                    <a:pt x="19072" y="16775"/>
                  </a:moveTo>
                  <a:lnTo>
                    <a:pt x="21591" y="16775"/>
                  </a:lnTo>
                  <a:lnTo>
                    <a:pt x="21591" y="14474"/>
                  </a:lnTo>
                  <a:lnTo>
                    <a:pt x="19072" y="14474"/>
                  </a:lnTo>
                  <a:lnTo>
                    <a:pt x="19072" y="16775"/>
                  </a:lnTo>
                  <a:close/>
                  <a:moveTo>
                    <a:pt x="7271" y="21600"/>
                  </a:moveTo>
                  <a:lnTo>
                    <a:pt x="13471" y="21600"/>
                  </a:lnTo>
                  <a:lnTo>
                    <a:pt x="13471" y="19299"/>
                  </a:lnTo>
                  <a:lnTo>
                    <a:pt x="7271" y="19299"/>
                  </a:lnTo>
                  <a:lnTo>
                    <a:pt x="7271" y="21600"/>
                  </a:lnTo>
                  <a:close/>
                </a:path>
              </a:pathLst>
            </a:custGeom>
            <a:solidFill>
              <a:srgbClr val="F3F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54" name="Google Shape;135;p6"/>
          <p:cNvSpPr/>
          <p:nvPr/>
        </p:nvSpPr>
        <p:spPr>
          <a:xfrm rot="5844199">
            <a:off x="8119138" y="2331690"/>
            <a:ext cx="2229149" cy="1318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NE_COLUMN_TEX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Text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3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6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11975" y="2039697"/>
            <a:ext cx="4294800" cy="207090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4" name="Google Shape;139;p7"/>
          <p:cNvSpPr>
            <a:spLocks noGrp="1"/>
          </p:cNvSpPr>
          <p:nvPr>
            <p:ph type="pic" sz="quarter" idx="21"/>
          </p:nvPr>
        </p:nvSpPr>
        <p:spPr>
          <a:xfrm>
            <a:off x="5668974" y="1076549"/>
            <a:ext cx="2990403" cy="299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" name="Google Shape;140;p7"/>
          <p:cNvSpPr/>
          <p:nvPr/>
        </p:nvSpPr>
        <p:spPr>
          <a:xfrm rot="19218303">
            <a:off x="-1160000" y="-655248"/>
            <a:ext cx="2870647" cy="20089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66" name="Google Shape;141;p7"/>
          <p:cNvSpPr/>
          <p:nvPr/>
        </p:nvSpPr>
        <p:spPr>
          <a:xfrm rot="14303126">
            <a:off x="-657476" y="4237167"/>
            <a:ext cx="1887729" cy="1508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172" name="Google Shape;142;p7"/>
          <p:cNvGrpSpPr/>
          <p:nvPr/>
        </p:nvGrpSpPr>
        <p:grpSpPr>
          <a:xfrm>
            <a:off x="65065" y="4373041"/>
            <a:ext cx="878165" cy="654542"/>
            <a:chOff x="0" y="-1"/>
            <a:chExt cx="878163" cy="654540"/>
          </a:xfrm>
        </p:grpSpPr>
        <p:grpSp>
          <p:nvGrpSpPr>
            <p:cNvPr id="170" name="Google Shape;143;p7"/>
            <p:cNvGrpSpPr/>
            <p:nvPr/>
          </p:nvGrpSpPr>
          <p:grpSpPr>
            <a:xfrm>
              <a:off x="-1" y="-2"/>
              <a:ext cx="878165" cy="654541"/>
              <a:chOff x="0" y="-1"/>
              <a:chExt cx="878163" cy="654540"/>
            </a:xfrm>
          </p:grpSpPr>
          <p:sp>
            <p:nvSpPr>
              <p:cNvPr id="167" name="Google Shape;144;p7"/>
              <p:cNvSpPr/>
              <p:nvPr/>
            </p:nvSpPr>
            <p:spPr>
              <a:xfrm>
                <a:off x="195453" y="-2"/>
                <a:ext cx="682711" cy="458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6"/>
                    </a:moveTo>
                    <a:lnTo>
                      <a:pt x="8410" y="3030"/>
                    </a:lnTo>
                    <a:cubicBezTo>
                      <a:pt x="8650" y="3387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8" name="Google Shape;145;p7"/>
              <p:cNvSpPr/>
              <p:nvPr/>
            </p:nvSpPr>
            <p:spPr>
              <a:xfrm>
                <a:off x="97799" y="978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9" name="Google Shape;146;p7"/>
              <p:cNvSpPr/>
              <p:nvPr/>
            </p:nvSpPr>
            <p:spPr>
              <a:xfrm>
                <a:off x="-1" y="1956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71" name="Google Shape;147;p7"/>
            <p:cNvSpPr/>
            <p:nvPr/>
          </p:nvSpPr>
          <p:spPr>
            <a:xfrm>
              <a:off x="289313" y="410337"/>
              <a:ext cx="105342" cy="12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5" h="20746" extrusionOk="0">
                  <a:moveTo>
                    <a:pt x="0" y="1636"/>
                  </a:moveTo>
                  <a:lnTo>
                    <a:pt x="0" y="19094"/>
                  </a:lnTo>
                  <a:cubicBezTo>
                    <a:pt x="0" y="20370"/>
                    <a:pt x="1709" y="21165"/>
                    <a:pt x="3035" y="20515"/>
                  </a:cubicBezTo>
                  <a:lnTo>
                    <a:pt x="20274" y="12159"/>
                  </a:lnTo>
                  <a:cubicBezTo>
                    <a:pt x="21571" y="11533"/>
                    <a:pt x="21600" y="10016"/>
                    <a:pt x="20333" y="9366"/>
                  </a:cubicBezTo>
                  <a:lnTo>
                    <a:pt x="3094" y="264"/>
                  </a:lnTo>
                  <a:cubicBezTo>
                    <a:pt x="1768" y="-435"/>
                    <a:pt x="0" y="336"/>
                    <a:pt x="0" y="163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2317949" y="1307098"/>
            <a:ext cx="4508102" cy="252930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80000"/>
              </a:lnSpc>
              <a:defRPr sz="10000"/>
            </a:lvl1pPr>
          </a:lstStyle>
          <a:p>
            <a:r>
              <a:t>Title Text</a:t>
            </a:r>
          </a:p>
        </p:txBody>
      </p:sp>
      <p:sp>
        <p:nvSpPr>
          <p:cNvPr id="181" name="Google Shape;150;p8"/>
          <p:cNvSpPr/>
          <p:nvPr/>
        </p:nvSpPr>
        <p:spPr>
          <a:xfrm rot="18336548" flipH="1">
            <a:off x="6009307" y="3906035"/>
            <a:ext cx="2705058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2" name="Google Shape;151;p8"/>
          <p:cNvSpPr/>
          <p:nvPr/>
        </p:nvSpPr>
        <p:spPr>
          <a:xfrm rot="460624" flipH="1">
            <a:off x="6549113" y="-1515335"/>
            <a:ext cx="3789320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3" name="Google Shape;152;p8"/>
          <p:cNvSpPr/>
          <p:nvPr/>
        </p:nvSpPr>
        <p:spPr>
          <a:xfrm rot="17007883" flipH="1">
            <a:off x="30076" y="111200"/>
            <a:ext cx="596046" cy="51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2135550" y="1189099"/>
            <a:ext cx="4872900" cy="1964403"/>
          </a:xfrm>
          <a:prstGeom prst="rect">
            <a:avLst/>
          </a:prstGeom>
        </p:spPr>
        <p:txBody>
          <a:bodyPr anchor="ctr"/>
          <a:lstStyle>
            <a:lvl1pPr algn="ctr">
              <a:defRPr sz="150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35550" y="3153498"/>
            <a:ext cx="4872900" cy="671103"/>
          </a:xfrm>
          <a:prstGeom prst="rect">
            <a:avLst/>
          </a:prstGeom>
        </p:spPr>
        <p:txBody>
          <a:bodyPr/>
          <a:lstStyle>
            <a:lvl1pPr marL="0" indent="152400" algn="ctr">
              <a:buClrTx/>
              <a:buSzTx/>
              <a:buFontTx/>
              <a:buNone/>
              <a:defRPr sz="1600"/>
            </a:lvl1pPr>
            <a:lvl2pPr marL="0" indent="152400" algn="ctr">
              <a:buClrTx/>
              <a:buSzTx/>
              <a:buFontTx/>
              <a:buNone/>
              <a:defRPr sz="1600"/>
            </a:lvl2pPr>
            <a:lvl3pPr marL="0" indent="152400" algn="ctr">
              <a:buClrTx/>
              <a:buSzTx/>
              <a:buFontTx/>
              <a:buNone/>
              <a:defRPr sz="1600"/>
            </a:lvl3pPr>
            <a:lvl4pPr marL="0" indent="152400" algn="ctr">
              <a:buClrTx/>
              <a:buSzTx/>
              <a:buFontTx/>
              <a:buNone/>
              <a:defRPr sz="1600"/>
            </a:lvl4pPr>
            <a:lvl5pPr marL="0" indent="152400" algn="ctr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Google Shape;156;p9"/>
          <p:cNvSpPr/>
          <p:nvPr/>
        </p:nvSpPr>
        <p:spPr>
          <a:xfrm rot="3263452">
            <a:off x="-33317" y="3906035"/>
            <a:ext cx="2705058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4" name="Google Shape;157;p9"/>
          <p:cNvSpPr/>
          <p:nvPr/>
        </p:nvSpPr>
        <p:spPr>
          <a:xfrm rot="21139376">
            <a:off x="-1657386" y="-1515335"/>
            <a:ext cx="3789321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5" name="Google Shape;158;p9"/>
          <p:cNvSpPr/>
          <p:nvPr/>
        </p:nvSpPr>
        <p:spPr>
          <a:xfrm rot="4592047">
            <a:off x="7849904" y="588617"/>
            <a:ext cx="1367697" cy="1192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Text"/>
          <p:cNvSpPr txBox="1">
            <a:spLocks noGrp="1"/>
          </p:cNvSpPr>
          <p:nvPr>
            <p:ph type="title"/>
          </p:nvPr>
        </p:nvSpPr>
        <p:spPr>
          <a:xfrm>
            <a:off x="719998" y="4014449"/>
            <a:ext cx="7704003" cy="572703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ctr">
              <a:defRPr>
                <a:solidFill>
                  <a:srgbClr val="F3F3F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xx%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1" cy="152670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xx%</a:t>
            </a:r>
          </a:p>
        </p:txBody>
      </p:sp>
      <p:sp>
        <p:nvSpPr>
          <p:cNvPr id="2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13225" y="3169036"/>
            <a:ext cx="6576001" cy="4971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  <a:defRPr sz="1600"/>
            </a:lvl1pPr>
            <a:lvl2pPr marL="0" indent="152400">
              <a:buClrTx/>
              <a:buSzTx/>
              <a:buFontTx/>
              <a:buNone/>
              <a:defRPr sz="1600"/>
            </a:lvl2pPr>
            <a:lvl3pPr marL="0" indent="152400">
              <a:buClrTx/>
              <a:buSzTx/>
              <a:buFontTx/>
              <a:buNone/>
              <a:defRPr sz="1600"/>
            </a:lvl3pPr>
            <a:lvl4pPr marL="0" indent="152400">
              <a:buClrTx/>
              <a:buSzTx/>
              <a:buFontTx/>
              <a:buNone/>
              <a:defRPr sz="1600"/>
            </a:lvl4pPr>
            <a:lvl5pPr marL="0" indent="1524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3" name="Google Shape;164;p11"/>
          <p:cNvSpPr/>
          <p:nvPr/>
        </p:nvSpPr>
        <p:spPr>
          <a:xfrm rot="19699827" flipH="1">
            <a:off x="-432352" y="-438974"/>
            <a:ext cx="1603609" cy="1398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4" name="Google Shape;165;p11"/>
          <p:cNvSpPr/>
          <p:nvPr/>
        </p:nvSpPr>
        <p:spPr>
          <a:xfrm rot="18336548" flipH="1">
            <a:off x="6009307" y="3906035"/>
            <a:ext cx="2705058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5" name="Google Shape;166;p11"/>
          <p:cNvSpPr/>
          <p:nvPr/>
        </p:nvSpPr>
        <p:spPr>
          <a:xfrm rot="460624" flipH="1">
            <a:off x="6549113" y="-1515335"/>
            <a:ext cx="3789320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6" name="Google Shape;167;p11"/>
          <p:cNvSpPr/>
          <p:nvPr/>
        </p:nvSpPr>
        <p:spPr>
          <a:xfrm rot="531594" flipH="1">
            <a:off x="-1107848" y="3830815"/>
            <a:ext cx="2691484" cy="2347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87" name="Google Shape;168;p11"/>
          <p:cNvGrpSpPr/>
          <p:nvPr/>
        </p:nvGrpSpPr>
        <p:grpSpPr>
          <a:xfrm>
            <a:off x="7441501" y="289848"/>
            <a:ext cx="1366918" cy="1382108"/>
            <a:chOff x="-2" y="-1"/>
            <a:chExt cx="1366917" cy="1382106"/>
          </a:xfrm>
        </p:grpSpPr>
        <p:sp>
          <p:nvSpPr>
            <p:cNvPr id="217" name="Google Shape;169;p11"/>
            <p:cNvSpPr/>
            <p:nvPr/>
          </p:nvSpPr>
          <p:spPr>
            <a:xfrm>
              <a:off x="127202" y="127160"/>
              <a:ext cx="1239714" cy="125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93" y="0"/>
                  </a:moveTo>
                  <a:lnTo>
                    <a:pt x="1007" y="0"/>
                  </a:lnTo>
                  <a:cubicBezTo>
                    <a:pt x="451" y="0"/>
                    <a:pt x="0" y="446"/>
                    <a:pt x="0" y="995"/>
                  </a:cubicBezTo>
                  <a:lnTo>
                    <a:pt x="0" y="20606"/>
                  </a:lnTo>
                  <a:cubicBezTo>
                    <a:pt x="0" y="21155"/>
                    <a:pt x="451" y="21600"/>
                    <a:pt x="1007" y="21600"/>
                  </a:cubicBezTo>
                  <a:lnTo>
                    <a:pt x="20593" y="21600"/>
                  </a:lnTo>
                  <a:cubicBezTo>
                    <a:pt x="21149" y="21600"/>
                    <a:pt x="21600" y="21155"/>
                    <a:pt x="21600" y="20606"/>
                  </a:cubicBezTo>
                  <a:lnTo>
                    <a:pt x="21600" y="995"/>
                  </a:lnTo>
                  <a:cubicBezTo>
                    <a:pt x="21600" y="446"/>
                    <a:pt x="21149" y="0"/>
                    <a:pt x="20593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18" name="Google Shape;170;p11"/>
            <p:cNvSpPr/>
            <p:nvPr/>
          </p:nvSpPr>
          <p:spPr>
            <a:xfrm>
              <a:off x="63600" y="-2"/>
              <a:ext cx="1239713" cy="125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93" y="0"/>
                  </a:moveTo>
                  <a:lnTo>
                    <a:pt x="1007" y="0"/>
                  </a:lnTo>
                  <a:cubicBezTo>
                    <a:pt x="451" y="0"/>
                    <a:pt x="0" y="446"/>
                    <a:pt x="0" y="995"/>
                  </a:cubicBezTo>
                  <a:lnTo>
                    <a:pt x="0" y="20606"/>
                  </a:lnTo>
                  <a:cubicBezTo>
                    <a:pt x="0" y="21155"/>
                    <a:pt x="451" y="21600"/>
                    <a:pt x="1007" y="21600"/>
                  </a:cubicBezTo>
                  <a:lnTo>
                    <a:pt x="20593" y="21600"/>
                  </a:lnTo>
                  <a:cubicBezTo>
                    <a:pt x="21149" y="21600"/>
                    <a:pt x="21600" y="21155"/>
                    <a:pt x="21600" y="20606"/>
                  </a:cubicBezTo>
                  <a:lnTo>
                    <a:pt x="21600" y="995"/>
                  </a:lnTo>
                  <a:cubicBezTo>
                    <a:pt x="21600" y="446"/>
                    <a:pt x="21149" y="0"/>
                    <a:pt x="20593" y="0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225" name="Google Shape;171;p11"/>
            <p:cNvGrpSpPr/>
            <p:nvPr/>
          </p:nvGrpSpPr>
          <p:grpSpPr>
            <a:xfrm>
              <a:off x="-3" y="63609"/>
              <a:ext cx="1238160" cy="1253309"/>
              <a:chOff x="-1" y="-1"/>
              <a:chExt cx="1238159" cy="1253307"/>
            </a:xfrm>
          </p:grpSpPr>
          <p:sp>
            <p:nvSpPr>
              <p:cNvPr id="219" name="Google Shape;172;p11"/>
              <p:cNvSpPr/>
              <p:nvPr/>
            </p:nvSpPr>
            <p:spPr>
              <a:xfrm>
                <a:off x="58" y="-2"/>
                <a:ext cx="1238099" cy="1253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995"/>
                    </a:moveTo>
                    <a:lnTo>
                      <a:pt x="21600" y="20606"/>
                    </a:lnTo>
                    <a:cubicBezTo>
                      <a:pt x="21600" y="21155"/>
                      <a:pt x="21149" y="21600"/>
                      <a:pt x="20593" y="21600"/>
                    </a:cubicBezTo>
                    <a:lnTo>
                      <a:pt x="1007" y="21600"/>
                    </a:lnTo>
                    <a:cubicBezTo>
                      <a:pt x="451" y="21600"/>
                      <a:pt x="0" y="21155"/>
                      <a:pt x="0" y="20606"/>
                    </a:cubicBezTo>
                    <a:lnTo>
                      <a:pt x="0" y="995"/>
                    </a:lnTo>
                    <a:cubicBezTo>
                      <a:pt x="0" y="446"/>
                      <a:pt x="451" y="0"/>
                      <a:pt x="1007" y="0"/>
                    </a:cubicBezTo>
                    <a:lnTo>
                      <a:pt x="20593" y="0"/>
                    </a:lnTo>
                    <a:cubicBezTo>
                      <a:pt x="21149" y="0"/>
                      <a:pt x="21600" y="446"/>
                      <a:pt x="21600" y="995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20" name="Google Shape;173;p11"/>
              <p:cNvSpPr/>
              <p:nvPr/>
            </p:nvSpPr>
            <p:spPr>
              <a:xfrm>
                <a:off x="-2" y="-1"/>
                <a:ext cx="1238161" cy="108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451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1451"/>
                    </a:lnTo>
                    <a:cubicBezTo>
                      <a:pt x="0" y="5134"/>
                      <a:pt x="451" y="0"/>
                      <a:pt x="1007" y="0"/>
                    </a:cubicBezTo>
                    <a:lnTo>
                      <a:pt x="20592" y="0"/>
                    </a:lnTo>
                    <a:cubicBezTo>
                      <a:pt x="21148" y="0"/>
                      <a:pt x="21599" y="5134"/>
                      <a:pt x="21599" y="1145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224" name="Google Shape;174;p11"/>
              <p:cNvGrpSpPr/>
              <p:nvPr/>
            </p:nvGrpSpPr>
            <p:grpSpPr>
              <a:xfrm>
                <a:off x="57401" y="41461"/>
                <a:ext cx="161206" cy="40688"/>
                <a:chOff x="-1" y="0"/>
                <a:chExt cx="161205" cy="40687"/>
              </a:xfrm>
            </p:grpSpPr>
            <p:sp>
              <p:nvSpPr>
                <p:cNvPr id="221" name="Google Shape;175;p11"/>
                <p:cNvSpPr/>
                <p:nvPr/>
              </p:nvSpPr>
              <p:spPr>
                <a:xfrm>
                  <a:off x="120525" y="-1"/>
                  <a:ext cx="40680" cy="406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75"/>
                        <a:pt x="16775" y="21600"/>
                        <a:pt x="10800" y="21600"/>
                      </a:cubicBezTo>
                      <a:cubicBezTo>
                        <a:pt x="4825" y="21600"/>
                        <a:pt x="0" y="16775"/>
                        <a:pt x="0" y="10800"/>
                      </a:cubicBezTo>
                      <a:cubicBezTo>
                        <a:pt x="0" y="4825"/>
                        <a:pt x="4825" y="0"/>
                        <a:pt x="10800" y="0"/>
                      </a:cubicBezTo>
                      <a:cubicBezTo>
                        <a:pt x="16775" y="0"/>
                        <a:pt x="21600" y="482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22" name="Google Shape;176;p11"/>
                <p:cNvSpPr/>
                <p:nvPr/>
              </p:nvSpPr>
              <p:spPr>
                <a:xfrm>
                  <a:off x="60232" y="-1"/>
                  <a:ext cx="40679" cy="406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75"/>
                        <a:pt x="16775" y="21600"/>
                        <a:pt x="10800" y="21600"/>
                      </a:cubicBezTo>
                      <a:cubicBezTo>
                        <a:pt x="4825" y="21600"/>
                        <a:pt x="0" y="16775"/>
                        <a:pt x="0" y="10800"/>
                      </a:cubicBezTo>
                      <a:cubicBezTo>
                        <a:pt x="0" y="4825"/>
                        <a:pt x="4825" y="0"/>
                        <a:pt x="10800" y="0"/>
                      </a:cubicBezTo>
                      <a:cubicBezTo>
                        <a:pt x="16775" y="0"/>
                        <a:pt x="21600" y="482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23" name="Google Shape;177;p11"/>
                <p:cNvSpPr/>
                <p:nvPr/>
              </p:nvSpPr>
              <p:spPr>
                <a:xfrm>
                  <a:off x="-2" y="-1"/>
                  <a:ext cx="40682" cy="406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75"/>
                        <a:pt x="16775" y="21600"/>
                        <a:pt x="10800" y="21600"/>
                      </a:cubicBezTo>
                      <a:cubicBezTo>
                        <a:pt x="4825" y="21600"/>
                        <a:pt x="0" y="16775"/>
                        <a:pt x="0" y="10800"/>
                      </a:cubicBezTo>
                      <a:cubicBezTo>
                        <a:pt x="0" y="4825"/>
                        <a:pt x="4825" y="0"/>
                        <a:pt x="10800" y="0"/>
                      </a:cubicBezTo>
                      <a:cubicBezTo>
                        <a:pt x="16775" y="0"/>
                        <a:pt x="21600" y="482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259" name="Google Shape;178;p11"/>
            <p:cNvGrpSpPr/>
            <p:nvPr/>
          </p:nvGrpSpPr>
          <p:grpSpPr>
            <a:xfrm>
              <a:off x="170762" y="305107"/>
              <a:ext cx="896626" cy="922685"/>
              <a:chOff x="-2" y="-1"/>
              <a:chExt cx="896625" cy="922684"/>
            </a:xfrm>
          </p:grpSpPr>
          <p:grpSp>
            <p:nvGrpSpPr>
              <p:cNvPr id="236" name="Google Shape;179;p11"/>
              <p:cNvGrpSpPr/>
              <p:nvPr/>
            </p:nvGrpSpPr>
            <p:grpSpPr>
              <a:xfrm>
                <a:off x="-3" y="650545"/>
                <a:ext cx="382158" cy="265519"/>
                <a:chOff x="-1" y="0"/>
                <a:chExt cx="382156" cy="265518"/>
              </a:xfrm>
            </p:grpSpPr>
            <p:sp>
              <p:nvSpPr>
                <p:cNvPr id="226" name="Google Shape;180;p11"/>
                <p:cNvSpPr/>
                <p:nvPr/>
              </p:nvSpPr>
              <p:spPr>
                <a:xfrm>
                  <a:off x="-2" y="-1"/>
                  <a:ext cx="149772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27" name="Google Shape;181;p11"/>
                <p:cNvSpPr/>
                <p:nvPr/>
              </p:nvSpPr>
              <p:spPr>
                <a:xfrm>
                  <a:off x="163065" y="-1"/>
                  <a:ext cx="115292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28" name="Google Shape;182;p11"/>
                <p:cNvSpPr/>
                <p:nvPr/>
              </p:nvSpPr>
              <p:spPr>
                <a:xfrm>
                  <a:off x="290631" y="-1"/>
                  <a:ext cx="91525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29" name="Google Shape;183;p11"/>
                <p:cNvSpPr/>
                <p:nvPr/>
              </p:nvSpPr>
              <p:spPr>
                <a:xfrm>
                  <a:off x="73890" y="77390"/>
                  <a:ext cx="308266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0" name="Google Shape;184;p11"/>
                <p:cNvSpPr/>
                <p:nvPr/>
              </p:nvSpPr>
              <p:spPr>
                <a:xfrm>
                  <a:off x="-1" y="77390"/>
                  <a:ext cx="56624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1" name="Google Shape;185;p11"/>
                <p:cNvSpPr/>
                <p:nvPr/>
              </p:nvSpPr>
              <p:spPr>
                <a:xfrm>
                  <a:off x="169925" y="154723"/>
                  <a:ext cx="145800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2" name="Google Shape;186;p11"/>
                <p:cNvSpPr/>
                <p:nvPr/>
              </p:nvSpPr>
              <p:spPr>
                <a:xfrm>
                  <a:off x="329562" y="154723"/>
                  <a:ext cx="52593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3" name="Google Shape;187;p11"/>
                <p:cNvSpPr/>
                <p:nvPr/>
              </p:nvSpPr>
              <p:spPr>
                <a:xfrm>
                  <a:off x="-1" y="154723"/>
                  <a:ext cx="156630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4" name="Google Shape;188;p11"/>
                <p:cNvSpPr/>
                <p:nvPr/>
              </p:nvSpPr>
              <p:spPr>
                <a:xfrm>
                  <a:off x="109813" y="232055"/>
                  <a:ext cx="126965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5" name="Google Shape;189;p11"/>
                <p:cNvSpPr/>
                <p:nvPr/>
              </p:nvSpPr>
              <p:spPr>
                <a:xfrm>
                  <a:off x="-1" y="232055"/>
                  <a:ext cx="95555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247" name="Google Shape;190;p11"/>
              <p:cNvGrpSpPr/>
              <p:nvPr/>
            </p:nvGrpSpPr>
            <p:grpSpPr>
              <a:xfrm>
                <a:off x="513865" y="-2"/>
                <a:ext cx="382159" cy="265521"/>
                <a:chOff x="-1" y="0"/>
                <a:chExt cx="382157" cy="265520"/>
              </a:xfrm>
            </p:grpSpPr>
            <p:sp>
              <p:nvSpPr>
                <p:cNvPr id="237" name="Google Shape;191;p11"/>
                <p:cNvSpPr/>
                <p:nvPr/>
              </p:nvSpPr>
              <p:spPr>
                <a:xfrm>
                  <a:off x="-2" y="-1"/>
                  <a:ext cx="149773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8" name="Google Shape;192;p11"/>
                <p:cNvSpPr/>
                <p:nvPr/>
              </p:nvSpPr>
              <p:spPr>
                <a:xfrm>
                  <a:off x="163066" y="-1"/>
                  <a:ext cx="115292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9" name="Google Shape;193;p11"/>
                <p:cNvSpPr/>
                <p:nvPr/>
              </p:nvSpPr>
              <p:spPr>
                <a:xfrm>
                  <a:off x="290632" y="-1"/>
                  <a:ext cx="91524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0" name="Google Shape;194;p11"/>
                <p:cNvSpPr/>
                <p:nvPr/>
              </p:nvSpPr>
              <p:spPr>
                <a:xfrm>
                  <a:off x="73890" y="77331"/>
                  <a:ext cx="308267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1" name="Google Shape;195;p11"/>
                <p:cNvSpPr/>
                <p:nvPr/>
              </p:nvSpPr>
              <p:spPr>
                <a:xfrm>
                  <a:off x="-1" y="77331"/>
                  <a:ext cx="56624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2" name="Google Shape;196;p11"/>
                <p:cNvSpPr/>
                <p:nvPr/>
              </p:nvSpPr>
              <p:spPr>
                <a:xfrm>
                  <a:off x="169926" y="154725"/>
                  <a:ext cx="145801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3" name="Google Shape;197;p11"/>
                <p:cNvSpPr/>
                <p:nvPr/>
              </p:nvSpPr>
              <p:spPr>
                <a:xfrm>
                  <a:off x="329563" y="154725"/>
                  <a:ext cx="52594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4" name="Google Shape;198;p11"/>
                <p:cNvSpPr/>
                <p:nvPr/>
              </p:nvSpPr>
              <p:spPr>
                <a:xfrm>
                  <a:off x="-1" y="154725"/>
                  <a:ext cx="156631" cy="33462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5" name="Google Shape;199;p11"/>
                <p:cNvSpPr/>
                <p:nvPr/>
              </p:nvSpPr>
              <p:spPr>
                <a:xfrm>
                  <a:off x="109873" y="232057"/>
                  <a:ext cx="126966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6" name="Google Shape;200;p11"/>
                <p:cNvSpPr/>
                <p:nvPr/>
              </p:nvSpPr>
              <p:spPr>
                <a:xfrm>
                  <a:off x="-1" y="232057"/>
                  <a:ext cx="95555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256" name="Google Shape;201;p11"/>
              <p:cNvGrpSpPr/>
              <p:nvPr/>
            </p:nvGrpSpPr>
            <p:grpSpPr>
              <a:xfrm>
                <a:off x="513865" y="328521"/>
                <a:ext cx="382159" cy="191738"/>
                <a:chOff x="-1" y="0"/>
                <a:chExt cx="382157" cy="191737"/>
              </a:xfrm>
            </p:grpSpPr>
            <p:sp>
              <p:nvSpPr>
                <p:cNvPr id="248" name="Google Shape;202;p11"/>
                <p:cNvSpPr/>
                <p:nvPr/>
              </p:nvSpPr>
              <p:spPr>
                <a:xfrm>
                  <a:off x="-2" y="-1"/>
                  <a:ext cx="149773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49" name="Google Shape;203;p11"/>
                <p:cNvSpPr/>
                <p:nvPr/>
              </p:nvSpPr>
              <p:spPr>
                <a:xfrm>
                  <a:off x="163066" y="-1"/>
                  <a:ext cx="115292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0" name="Google Shape;204;p11"/>
                <p:cNvSpPr/>
                <p:nvPr/>
              </p:nvSpPr>
              <p:spPr>
                <a:xfrm>
                  <a:off x="290632" y="-1"/>
                  <a:ext cx="91524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1" name="Google Shape;205;p11"/>
                <p:cNvSpPr/>
                <p:nvPr/>
              </p:nvSpPr>
              <p:spPr>
                <a:xfrm>
                  <a:off x="169926" y="80881"/>
                  <a:ext cx="145801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2" name="Google Shape;206;p11"/>
                <p:cNvSpPr/>
                <p:nvPr/>
              </p:nvSpPr>
              <p:spPr>
                <a:xfrm>
                  <a:off x="329563" y="80881"/>
                  <a:ext cx="52594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3" name="Google Shape;207;p11"/>
                <p:cNvSpPr/>
                <p:nvPr/>
              </p:nvSpPr>
              <p:spPr>
                <a:xfrm>
                  <a:off x="-1" y="80881"/>
                  <a:ext cx="156631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4" name="Google Shape;208;p11"/>
                <p:cNvSpPr/>
                <p:nvPr/>
              </p:nvSpPr>
              <p:spPr>
                <a:xfrm>
                  <a:off x="109873" y="158274"/>
                  <a:ext cx="126966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55" name="Google Shape;209;p11"/>
                <p:cNvSpPr/>
                <p:nvPr/>
              </p:nvSpPr>
              <p:spPr>
                <a:xfrm>
                  <a:off x="-1" y="158274"/>
                  <a:ext cx="95555" cy="33463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257" name="Google Shape;210;p11"/>
              <p:cNvSpPr/>
              <p:nvPr/>
            </p:nvSpPr>
            <p:spPr>
              <a:xfrm>
                <a:off x="513867" y="645431"/>
                <a:ext cx="382757" cy="2772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98" y="0"/>
                    </a:moveTo>
                    <a:cubicBezTo>
                      <a:pt x="21062" y="0"/>
                      <a:pt x="21600" y="743"/>
                      <a:pt x="21600" y="1660"/>
                    </a:cubicBezTo>
                    <a:lnTo>
                      <a:pt x="21600" y="19940"/>
                    </a:lnTo>
                    <a:cubicBezTo>
                      <a:pt x="21600" y="20857"/>
                      <a:pt x="21062" y="21600"/>
                      <a:pt x="20398" y="21600"/>
                    </a:cubicBezTo>
                    <a:lnTo>
                      <a:pt x="1202" y="21600"/>
                    </a:lnTo>
                    <a:cubicBezTo>
                      <a:pt x="538" y="21600"/>
                      <a:pt x="0" y="20857"/>
                      <a:pt x="0" y="19940"/>
                    </a:cubicBezTo>
                    <a:lnTo>
                      <a:pt x="0" y="1660"/>
                    </a:lnTo>
                    <a:cubicBezTo>
                      <a:pt x="0" y="743"/>
                      <a:pt x="538" y="0"/>
                      <a:pt x="120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58" name="Google Shape;211;p11"/>
              <p:cNvSpPr/>
              <p:nvPr/>
            </p:nvSpPr>
            <p:spPr>
              <a:xfrm>
                <a:off x="0" y="3672"/>
                <a:ext cx="382756" cy="5150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760" y="0"/>
                    </a:moveTo>
                    <a:cubicBezTo>
                      <a:pt x="20776" y="0"/>
                      <a:pt x="21600" y="612"/>
                      <a:pt x="21600" y="1368"/>
                    </a:cubicBezTo>
                    <a:lnTo>
                      <a:pt x="21600" y="20232"/>
                    </a:lnTo>
                    <a:cubicBezTo>
                      <a:pt x="21600" y="20988"/>
                      <a:pt x="20776" y="21600"/>
                      <a:pt x="19760" y="21600"/>
                    </a:cubicBezTo>
                    <a:lnTo>
                      <a:pt x="1840" y="21600"/>
                    </a:lnTo>
                    <a:cubicBezTo>
                      <a:pt x="824" y="21600"/>
                      <a:pt x="0" y="20988"/>
                      <a:pt x="0" y="20232"/>
                    </a:cubicBezTo>
                    <a:lnTo>
                      <a:pt x="0" y="1368"/>
                    </a:lnTo>
                    <a:cubicBezTo>
                      <a:pt x="0" y="612"/>
                      <a:pt x="824" y="0"/>
                      <a:pt x="18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77" name="Google Shape;212;p11"/>
            <p:cNvGrpSpPr/>
            <p:nvPr/>
          </p:nvGrpSpPr>
          <p:grpSpPr>
            <a:xfrm>
              <a:off x="111737" y="266350"/>
              <a:ext cx="492936" cy="600548"/>
              <a:chOff x="0" y="-3"/>
              <a:chExt cx="492935" cy="600547"/>
            </a:xfrm>
          </p:grpSpPr>
          <p:grpSp>
            <p:nvGrpSpPr>
              <p:cNvPr id="264" name="Google Shape;213;p11"/>
              <p:cNvGrpSpPr/>
              <p:nvPr/>
            </p:nvGrpSpPr>
            <p:grpSpPr>
              <a:xfrm>
                <a:off x="13175" y="13241"/>
                <a:ext cx="466520" cy="574002"/>
                <a:chOff x="0" y="0"/>
                <a:chExt cx="466519" cy="574001"/>
              </a:xfrm>
            </p:grpSpPr>
            <p:sp>
              <p:nvSpPr>
                <p:cNvPr id="260" name="Google Shape;214;p11"/>
                <p:cNvSpPr/>
                <p:nvPr/>
              </p:nvSpPr>
              <p:spPr>
                <a:xfrm flipH="1" flipV="1">
                  <a:off x="8063" y="573999"/>
                  <a:ext cx="442390" cy="3"/>
                </a:xfrm>
                <a:prstGeom prst="line">
                  <a:avLst/>
                </a:prstGeom>
                <a:noFill/>
                <a:ln w="12750" cap="rnd">
                  <a:solidFill>
                    <a:srgbClr val="35363B"/>
                  </a:solidFill>
                  <a:prstDash val="dashDot"/>
                  <a:miter lim="8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chemeClr val="accent4"/>
                      </a:solidFill>
                    </a:defRPr>
                  </a:pPr>
                  <a:endParaRPr/>
                </a:p>
              </p:txBody>
            </p:sp>
            <p:sp>
              <p:nvSpPr>
                <p:cNvPr id="261" name="Google Shape;215;p11"/>
                <p:cNvSpPr/>
                <p:nvPr/>
              </p:nvSpPr>
              <p:spPr>
                <a:xfrm flipV="1">
                  <a:off x="-1" y="7943"/>
                  <a:ext cx="2" cy="550111"/>
                </a:xfrm>
                <a:prstGeom prst="line">
                  <a:avLst/>
                </a:prstGeom>
                <a:noFill/>
                <a:ln w="12750" cap="rnd">
                  <a:solidFill>
                    <a:srgbClr val="35363B"/>
                  </a:solidFill>
                  <a:prstDash val="dashDot"/>
                  <a:miter lim="8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chemeClr val="accent4"/>
                      </a:solidFill>
                    </a:defRPr>
                  </a:pPr>
                  <a:endParaRPr/>
                </a:p>
              </p:txBody>
            </p:sp>
            <p:sp>
              <p:nvSpPr>
                <p:cNvPr id="262" name="Google Shape;216;p11"/>
                <p:cNvSpPr/>
                <p:nvPr/>
              </p:nvSpPr>
              <p:spPr>
                <a:xfrm>
                  <a:off x="16125" y="0"/>
                  <a:ext cx="442391" cy="1"/>
                </a:xfrm>
                <a:prstGeom prst="line">
                  <a:avLst/>
                </a:prstGeom>
                <a:noFill/>
                <a:ln w="12750" cap="rnd">
                  <a:solidFill>
                    <a:srgbClr val="35363B"/>
                  </a:solidFill>
                  <a:prstDash val="dashDot"/>
                  <a:miter lim="8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chemeClr val="accent4"/>
                      </a:solidFill>
                    </a:defRPr>
                  </a:pPr>
                  <a:endParaRPr/>
                </a:p>
              </p:txBody>
            </p:sp>
            <p:sp>
              <p:nvSpPr>
                <p:cNvPr id="263" name="Google Shape;217;p11"/>
                <p:cNvSpPr/>
                <p:nvPr/>
              </p:nvSpPr>
              <p:spPr>
                <a:xfrm flipH="1">
                  <a:off x="466516" y="15947"/>
                  <a:ext cx="3" cy="550111"/>
                </a:xfrm>
                <a:prstGeom prst="line">
                  <a:avLst/>
                </a:prstGeom>
                <a:noFill/>
                <a:ln w="12750" cap="rnd">
                  <a:solidFill>
                    <a:srgbClr val="35363B"/>
                  </a:solidFill>
                  <a:prstDash val="dashDot"/>
                  <a:miter lim="8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chemeClr val="accent4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276" name="Google Shape;218;p11"/>
              <p:cNvGrpSpPr/>
              <p:nvPr/>
            </p:nvGrpSpPr>
            <p:grpSpPr>
              <a:xfrm>
                <a:off x="-1" y="-4"/>
                <a:ext cx="492936" cy="600549"/>
                <a:chOff x="-1" y="-2"/>
                <a:chExt cx="492935" cy="600547"/>
              </a:xfrm>
            </p:grpSpPr>
            <p:grpSp>
              <p:nvGrpSpPr>
                <p:cNvPr id="268" name="Google Shape;219;p11"/>
                <p:cNvGrpSpPr/>
                <p:nvPr/>
              </p:nvGrpSpPr>
              <p:grpSpPr>
                <a:xfrm>
                  <a:off x="-2" y="-3"/>
                  <a:ext cx="492937" cy="26486"/>
                  <a:chOff x="0" y="0"/>
                  <a:chExt cx="492935" cy="26484"/>
                </a:xfrm>
              </p:grpSpPr>
              <p:sp>
                <p:nvSpPr>
                  <p:cNvPr id="265" name="Google Shape;220;p11"/>
                  <p:cNvSpPr/>
                  <p:nvPr/>
                </p:nvSpPr>
                <p:spPr>
                  <a:xfrm>
                    <a:off x="-1" y="-1"/>
                    <a:ext cx="26478" cy="26485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66" name="Google Shape;221;p11"/>
                  <p:cNvSpPr/>
                  <p:nvPr/>
                </p:nvSpPr>
                <p:spPr>
                  <a:xfrm>
                    <a:off x="233228" y="-1"/>
                    <a:ext cx="26478" cy="26485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67" name="Google Shape;222;p11"/>
                  <p:cNvSpPr/>
                  <p:nvPr/>
                </p:nvSpPr>
                <p:spPr>
                  <a:xfrm>
                    <a:off x="466457" y="-1"/>
                    <a:ext cx="26478" cy="26485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71" name="Google Shape;223;p11"/>
                <p:cNvGrpSpPr/>
                <p:nvPr/>
              </p:nvGrpSpPr>
              <p:grpSpPr>
                <a:xfrm>
                  <a:off x="-2" y="287000"/>
                  <a:ext cx="492937" cy="26485"/>
                  <a:chOff x="0" y="0"/>
                  <a:chExt cx="492935" cy="26483"/>
                </a:xfrm>
              </p:grpSpPr>
              <p:sp>
                <p:nvSpPr>
                  <p:cNvPr id="269" name="Google Shape;224;p11"/>
                  <p:cNvSpPr/>
                  <p:nvPr/>
                </p:nvSpPr>
                <p:spPr>
                  <a:xfrm>
                    <a:off x="-1" y="-1"/>
                    <a:ext cx="26478" cy="26485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70" name="Google Shape;225;p11"/>
                  <p:cNvSpPr/>
                  <p:nvPr/>
                </p:nvSpPr>
                <p:spPr>
                  <a:xfrm>
                    <a:off x="466457" y="-1"/>
                    <a:ext cx="26478" cy="26485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75" name="Google Shape;226;p11"/>
                <p:cNvGrpSpPr/>
                <p:nvPr/>
              </p:nvGrpSpPr>
              <p:grpSpPr>
                <a:xfrm>
                  <a:off x="-2" y="574060"/>
                  <a:ext cx="492937" cy="26486"/>
                  <a:chOff x="0" y="-1"/>
                  <a:chExt cx="492935" cy="26484"/>
                </a:xfrm>
              </p:grpSpPr>
              <p:sp>
                <p:nvSpPr>
                  <p:cNvPr id="272" name="Google Shape;227;p11"/>
                  <p:cNvSpPr/>
                  <p:nvPr/>
                </p:nvSpPr>
                <p:spPr>
                  <a:xfrm>
                    <a:off x="-1" y="-2"/>
                    <a:ext cx="26478" cy="26486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73" name="Google Shape;228;p11"/>
                  <p:cNvSpPr/>
                  <p:nvPr/>
                </p:nvSpPr>
                <p:spPr>
                  <a:xfrm>
                    <a:off x="233228" y="-2"/>
                    <a:ext cx="26478" cy="26486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74" name="Google Shape;229;p11"/>
                  <p:cNvSpPr/>
                  <p:nvPr/>
                </p:nvSpPr>
                <p:spPr>
                  <a:xfrm>
                    <a:off x="466457" y="-2"/>
                    <a:ext cx="26478" cy="26486"/>
                  </a:xfrm>
                  <a:prstGeom prst="rect">
                    <a:avLst/>
                  </a:prstGeom>
                  <a:solidFill>
                    <a:srgbClr val="3536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  <p:grpSp>
          <p:nvGrpSpPr>
            <p:cNvPr id="286" name="Google Shape;230;p11"/>
            <p:cNvGrpSpPr/>
            <p:nvPr/>
          </p:nvGrpSpPr>
          <p:grpSpPr>
            <a:xfrm>
              <a:off x="379622" y="718244"/>
              <a:ext cx="162048" cy="94489"/>
              <a:chOff x="0" y="0"/>
              <a:chExt cx="162047" cy="94488"/>
            </a:xfrm>
          </p:grpSpPr>
          <p:sp>
            <p:nvSpPr>
              <p:cNvPr id="278" name="Google Shape;231;p11"/>
              <p:cNvSpPr/>
              <p:nvPr/>
            </p:nvSpPr>
            <p:spPr>
              <a:xfrm>
                <a:off x="-1" y="-1"/>
                <a:ext cx="162048" cy="94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16" y="0"/>
                    </a:moveTo>
                    <a:cubicBezTo>
                      <a:pt x="20174" y="0"/>
                      <a:pt x="21600" y="2445"/>
                      <a:pt x="21600" y="5462"/>
                    </a:cubicBezTo>
                    <a:lnTo>
                      <a:pt x="21600" y="16138"/>
                    </a:lnTo>
                    <a:cubicBezTo>
                      <a:pt x="21600" y="19154"/>
                      <a:pt x="20174" y="21600"/>
                      <a:pt x="18416" y="21600"/>
                    </a:cubicBezTo>
                    <a:lnTo>
                      <a:pt x="3184" y="21600"/>
                    </a:lnTo>
                    <a:cubicBezTo>
                      <a:pt x="1426" y="21600"/>
                      <a:pt x="0" y="19154"/>
                      <a:pt x="0" y="16138"/>
                    </a:cubicBezTo>
                    <a:lnTo>
                      <a:pt x="0" y="5462"/>
                    </a:lnTo>
                    <a:cubicBezTo>
                      <a:pt x="0" y="2445"/>
                      <a:pt x="1426" y="0"/>
                      <a:pt x="3184" y="0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285" name="Google Shape;232;p11"/>
              <p:cNvGrpSpPr/>
              <p:nvPr/>
            </p:nvGrpSpPr>
            <p:grpSpPr>
              <a:xfrm>
                <a:off x="21869" y="16639"/>
                <a:ext cx="116100" cy="62509"/>
                <a:chOff x="-1" y="0"/>
                <a:chExt cx="116098" cy="62508"/>
              </a:xfrm>
            </p:grpSpPr>
            <p:grpSp>
              <p:nvGrpSpPr>
                <p:cNvPr id="281" name="Google Shape;233;p11"/>
                <p:cNvGrpSpPr/>
                <p:nvPr/>
              </p:nvGrpSpPr>
              <p:grpSpPr>
                <a:xfrm>
                  <a:off x="56109" y="945"/>
                  <a:ext cx="59989" cy="59996"/>
                  <a:chOff x="0" y="0"/>
                  <a:chExt cx="59988" cy="59995"/>
                </a:xfrm>
              </p:grpSpPr>
              <p:sp>
                <p:nvSpPr>
                  <p:cNvPr id="279" name="Google Shape;234;p11"/>
                  <p:cNvSpPr/>
                  <p:nvPr/>
                </p:nvSpPr>
                <p:spPr>
                  <a:xfrm>
                    <a:off x="-1" y="33029"/>
                    <a:ext cx="26962" cy="269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8486" y="15766"/>
                        </a:moveTo>
                        <a:lnTo>
                          <a:pt x="21600" y="2604"/>
                        </a:lnTo>
                        <a:lnTo>
                          <a:pt x="18997" y="0"/>
                        </a:lnTo>
                        <a:lnTo>
                          <a:pt x="5834" y="13114"/>
                        </a:lnTo>
                        <a:lnTo>
                          <a:pt x="3230" y="14560"/>
                        </a:lnTo>
                        <a:lnTo>
                          <a:pt x="0" y="19527"/>
                        </a:lnTo>
                        <a:lnTo>
                          <a:pt x="2073" y="21600"/>
                        </a:lnTo>
                        <a:lnTo>
                          <a:pt x="7039" y="18370"/>
                        </a:lnTo>
                        <a:lnTo>
                          <a:pt x="8486" y="15766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80" name="Google Shape;235;p11"/>
                  <p:cNvSpPr/>
                  <p:nvPr/>
                </p:nvSpPr>
                <p:spPr>
                  <a:xfrm>
                    <a:off x="18652" y="-1"/>
                    <a:ext cx="41336" cy="413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132" h="21132" extrusionOk="0">
                        <a:moveTo>
                          <a:pt x="11815" y="17717"/>
                        </a:moveTo>
                        <a:lnTo>
                          <a:pt x="20431" y="9101"/>
                        </a:lnTo>
                        <a:cubicBezTo>
                          <a:pt x="20677" y="8855"/>
                          <a:pt x="20831" y="8547"/>
                          <a:pt x="20923" y="8209"/>
                        </a:cubicBezTo>
                        <a:cubicBezTo>
                          <a:pt x="21200" y="7040"/>
                          <a:pt x="21600" y="4393"/>
                          <a:pt x="19169" y="1963"/>
                        </a:cubicBezTo>
                        <a:cubicBezTo>
                          <a:pt x="16738" y="-468"/>
                          <a:pt x="14092" y="-68"/>
                          <a:pt x="12923" y="209"/>
                        </a:cubicBezTo>
                        <a:cubicBezTo>
                          <a:pt x="12585" y="301"/>
                          <a:pt x="12277" y="455"/>
                          <a:pt x="12031" y="701"/>
                        </a:cubicBezTo>
                        <a:lnTo>
                          <a:pt x="3415" y="9317"/>
                        </a:lnTo>
                        <a:cubicBezTo>
                          <a:pt x="4739" y="10640"/>
                          <a:pt x="4739" y="12824"/>
                          <a:pt x="3415" y="14147"/>
                        </a:cubicBezTo>
                        <a:lnTo>
                          <a:pt x="2677" y="14886"/>
                        </a:lnTo>
                        <a:lnTo>
                          <a:pt x="1385" y="13594"/>
                        </a:lnTo>
                        <a:lnTo>
                          <a:pt x="0" y="14978"/>
                        </a:lnTo>
                        <a:lnTo>
                          <a:pt x="6154" y="21132"/>
                        </a:lnTo>
                        <a:lnTo>
                          <a:pt x="7538" y="19747"/>
                        </a:lnTo>
                        <a:lnTo>
                          <a:pt x="6246" y="18455"/>
                        </a:lnTo>
                        <a:lnTo>
                          <a:pt x="6985" y="17717"/>
                        </a:lnTo>
                        <a:cubicBezTo>
                          <a:pt x="8308" y="16394"/>
                          <a:pt x="10492" y="16394"/>
                          <a:pt x="11815" y="17717"/>
                        </a:cubicBez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84" name="Google Shape;236;p11"/>
                <p:cNvGrpSpPr/>
                <p:nvPr/>
              </p:nvGrpSpPr>
              <p:grpSpPr>
                <a:xfrm>
                  <a:off x="-2" y="0"/>
                  <a:ext cx="62411" cy="62509"/>
                  <a:chOff x="0" y="0"/>
                  <a:chExt cx="62409" cy="62508"/>
                </a:xfrm>
              </p:grpSpPr>
              <p:sp>
                <p:nvSpPr>
                  <p:cNvPr id="282" name="Google Shape;237;p11"/>
                  <p:cNvSpPr/>
                  <p:nvPr/>
                </p:nvSpPr>
                <p:spPr>
                  <a:xfrm>
                    <a:off x="-1" y="0"/>
                    <a:ext cx="62411" cy="6250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914" h="21004" extrusionOk="0">
                        <a:moveTo>
                          <a:pt x="8622" y="15381"/>
                        </a:moveTo>
                        <a:lnTo>
                          <a:pt x="15297" y="8687"/>
                        </a:lnTo>
                        <a:cubicBezTo>
                          <a:pt x="15701" y="8283"/>
                          <a:pt x="16245" y="8080"/>
                          <a:pt x="16810" y="8080"/>
                        </a:cubicBezTo>
                        <a:cubicBezTo>
                          <a:pt x="17859" y="8101"/>
                          <a:pt x="18928" y="7716"/>
                          <a:pt x="19734" y="6907"/>
                        </a:cubicBezTo>
                        <a:cubicBezTo>
                          <a:pt x="20803" y="5835"/>
                          <a:pt x="21146" y="4298"/>
                          <a:pt x="20763" y="2923"/>
                        </a:cubicBezTo>
                        <a:lnTo>
                          <a:pt x="18786" y="4905"/>
                        </a:lnTo>
                        <a:lnTo>
                          <a:pt x="16608" y="4319"/>
                        </a:lnTo>
                        <a:lnTo>
                          <a:pt x="16023" y="2134"/>
                        </a:lnTo>
                        <a:lnTo>
                          <a:pt x="18000" y="152"/>
                        </a:lnTo>
                        <a:cubicBezTo>
                          <a:pt x="16649" y="-232"/>
                          <a:pt x="15136" y="112"/>
                          <a:pt x="14067" y="1184"/>
                        </a:cubicBezTo>
                        <a:cubicBezTo>
                          <a:pt x="13260" y="1993"/>
                          <a:pt x="12877" y="3064"/>
                          <a:pt x="12897" y="4116"/>
                        </a:cubicBezTo>
                        <a:cubicBezTo>
                          <a:pt x="12897" y="4682"/>
                          <a:pt x="12696" y="5229"/>
                          <a:pt x="12292" y="5633"/>
                        </a:cubicBezTo>
                        <a:lnTo>
                          <a:pt x="5617" y="12327"/>
                        </a:lnTo>
                        <a:cubicBezTo>
                          <a:pt x="5213" y="12732"/>
                          <a:pt x="4669" y="12934"/>
                          <a:pt x="4104" y="12934"/>
                        </a:cubicBezTo>
                        <a:cubicBezTo>
                          <a:pt x="3055" y="12914"/>
                          <a:pt x="1986" y="13298"/>
                          <a:pt x="1180" y="14107"/>
                        </a:cubicBezTo>
                        <a:cubicBezTo>
                          <a:pt x="-454" y="15745"/>
                          <a:pt x="-394" y="18456"/>
                          <a:pt x="1381" y="20013"/>
                        </a:cubicBezTo>
                        <a:cubicBezTo>
                          <a:pt x="2914" y="21368"/>
                          <a:pt x="5274" y="21327"/>
                          <a:pt x="6786" y="19932"/>
                        </a:cubicBezTo>
                        <a:cubicBezTo>
                          <a:pt x="7674" y="19103"/>
                          <a:pt x="8097" y="17970"/>
                          <a:pt x="8077" y="16858"/>
                        </a:cubicBezTo>
                        <a:cubicBezTo>
                          <a:pt x="8077" y="16312"/>
                          <a:pt x="8279" y="15766"/>
                          <a:pt x="8682" y="15381"/>
                        </a:cubicBezTo>
                        <a:close/>
                        <a:moveTo>
                          <a:pt x="3519" y="18678"/>
                        </a:moveTo>
                        <a:lnTo>
                          <a:pt x="2269" y="17424"/>
                        </a:lnTo>
                        <a:lnTo>
                          <a:pt x="2732" y="15705"/>
                        </a:lnTo>
                        <a:lnTo>
                          <a:pt x="4447" y="15240"/>
                        </a:lnTo>
                        <a:lnTo>
                          <a:pt x="5697" y="16494"/>
                        </a:lnTo>
                        <a:lnTo>
                          <a:pt x="5233" y="18213"/>
                        </a:lnTo>
                        <a:lnTo>
                          <a:pt x="3519" y="18678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83" name="Google Shape;238;p11"/>
                  <p:cNvSpPr/>
                  <p:nvPr/>
                </p:nvSpPr>
                <p:spPr>
                  <a:xfrm>
                    <a:off x="24277" y="25426"/>
                    <a:ext cx="12704" cy="1270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897" h="20897" extrusionOk="0">
                        <a:moveTo>
                          <a:pt x="1054" y="19971"/>
                        </a:moveTo>
                        <a:cubicBezTo>
                          <a:pt x="-352" y="18564"/>
                          <a:pt x="-352" y="16135"/>
                          <a:pt x="1054" y="14602"/>
                        </a:cubicBezTo>
                        <a:lnTo>
                          <a:pt x="14602" y="1054"/>
                        </a:lnTo>
                        <a:cubicBezTo>
                          <a:pt x="16008" y="-352"/>
                          <a:pt x="18437" y="-352"/>
                          <a:pt x="19843" y="1054"/>
                        </a:cubicBezTo>
                        <a:cubicBezTo>
                          <a:pt x="21248" y="2461"/>
                          <a:pt x="21248" y="4888"/>
                          <a:pt x="19843" y="6294"/>
                        </a:cubicBezTo>
                        <a:lnTo>
                          <a:pt x="6294" y="19843"/>
                        </a:lnTo>
                        <a:cubicBezTo>
                          <a:pt x="4888" y="21248"/>
                          <a:pt x="2461" y="21248"/>
                          <a:pt x="925" y="1984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2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1_1_1_1_1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0975" y="1912472"/>
            <a:ext cx="2305501" cy="7509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  <a:defRPr sz="1800" b="1">
                <a:latin typeface="Epilogue"/>
                <a:ea typeface="Epilogue"/>
                <a:cs typeface="Epilogue"/>
                <a:sym typeface="Epilogue"/>
              </a:defRPr>
            </a:lvl1pPr>
            <a:lvl2pPr marL="0" indent="152400">
              <a:buClrTx/>
              <a:buSzTx/>
              <a:buFontTx/>
              <a:buNone/>
              <a:defRPr sz="1800" b="1">
                <a:latin typeface="Epilogue"/>
                <a:ea typeface="Epilogue"/>
                <a:cs typeface="Epilogue"/>
                <a:sym typeface="Epilogue"/>
              </a:defRPr>
            </a:lvl2pPr>
            <a:lvl3pPr marL="0" indent="152400">
              <a:buClrTx/>
              <a:buSzTx/>
              <a:buFontTx/>
              <a:buNone/>
              <a:defRPr sz="1800" b="1">
                <a:latin typeface="Epilogue"/>
                <a:ea typeface="Epilogue"/>
                <a:cs typeface="Epilogue"/>
                <a:sym typeface="Epilogue"/>
              </a:defRPr>
            </a:lvl3pPr>
            <a:lvl4pPr marL="0" indent="152400">
              <a:buClrTx/>
              <a:buSzTx/>
              <a:buFontTx/>
              <a:buNone/>
              <a:defRPr sz="1800" b="1">
                <a:latin typeface="Epilogue"/>
                <a:ea typeface="Epilogue"/>
                <a:cs typeface="Epilogue"/>
                <a:sym typeface="Epilogue"/>
              </a:defRPr>
            </a:lvl4pPr>
            <a:lvl5pPr marL="0" indent="152400">
              <a:buClrTx/>
              <a:buSzTx/>
              <a:buFontTx/>
              <a:buNone/>
              <a:defRPr sz="1800" b="1">
                <a:latin typeface="Epilogue"/>
                <a:ea typeface="Epilogue"/>
                <a:cs typeface="Epilogue"/>
                <a:sym typeface="Epilog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4" name="Google Shape;254;p13"/>
          <p:cNvSpPr/>
          <p:nvPr/>
        </p:nvSpPr>
        <p:spPr>
          <a:xfrm rot="8819869" flipH="1">
            <a:off x="7142105" y="3939213"/>
            <a:ext cx="2928374" cy="2509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5" name="Google Shape;255;p13"/>
          <p:cNvSpPr/>
          <p:nvPr/>
        </p:nvSpPr>
        <p:spPr>
          <a:xfrm rot="17942966" flipH="1">
            <a:off x="-1231997" y="-866616"/>
            <a:ext cx="2545975" cy="1921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24" name="Google Shape;256;p13"/>
          <p:cNvGrpSpPr/>
          <p:nvPr/>
        </p:nvGrpSpPr>
        <p:grpSpPr>
          <a:xfrm>
            <a:off x="8114964" y="266832"/>
            <a:ext cx="830004" cy="750901"/>
            <a:chOff x="-2" y="-2"/>
            <a:chExt cx="830003" cy="750899"/>
          </a:xfrm>
        </p:grpSpPr>
        <p:grpSp>
          <p:nvGrpSpPr>
            <p:cNvPr id="311" name="Google Shape;257;p13"/>
            <p:cNvGrpSpPr/>
            <p:nvPr/>
          </p:nvGrpSpPr>
          <p:grpSpPr>
            <a:xfrm>
              <a:off x="-3" y="-3"/>
              <a:ext cx="830005" cy="750901"/>
              <a:chOff x="-1" y="0"/>
              <a:chExt cx="830003" cy="750899"/>
            </a:xfrm>
          </p:grpSpPr>
          <p:sp>
            <p:nvSpPr>
              <p:cNvPr id="306" name="Google Shape;258;p13"/>
              <p:cNvSpPr/>
              <p:nvPr/>
            </p:nvSpPr>
            <p:spPr>
              <a:xfrm>
                <a:off x="-2" y="-1"/>
                <a:ext cx="830005" cy="75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17" y="0"/>
                    </a:moveTo>
                    <a:cubicBezTo>
                      <a:pt x="20936" y="0"/>
                      <a:pt x="21600" y="734"/>
                      <a:pt x="21600" y="1639"/>
                    </a:cubicBezTo>
                    <a:lnTo>
                      <a:pt x="21600" y="19961"/>
                    </a:lnTo>
                    <a:cubicBezTo>
                      <a:pt x="21600" y="20866"/>
                      <a:pt x="20936" y="21600"/>
                      <a:pt x="20117" y="21600"/>
                    </a:cubicBezTo>
                    <a:lnTo>
                      <a:pt x="1483" y="21600"/>
                    </a:lnTo>
                    <a:cubicBezTo>
                      <a:pt x="664" y="21600"/>
                      <a:pt x="0" y="20866"/>
                      <a:pt x="0" y="19961"/>
                    </a:cubicBezTo>
                    <a:lnTo>
                      <a:pt x="0" y="1639"/>
                    </a:lnTo>
                    <a:cubicBezTo>
                      <a:pt x="0" y="734"/>
                      <a:pt x="664" y="0"/>
                      <a:pt x="1483" y="0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310" name="Google Shape;259;p13"/>
              <p:cNvGrpSpPr/>
              <p:nvPr/>
            </p:nvGrpSpPr>
            <p:grpSpPr>
              <a:xfrm>
                <a:off x="540508" y="43219"/>
                <a:ext cx="228691" cy="57635"/>
                <a:chOff x="0" y="0"/>
                <a:chExt cx="228690" cy="57634"/>
              </a:xfrm>
            </p:grpSpPr>
            <p:sp>
              <p:nvSpPr>
                <p:cNvPr id="307" name="Google Shape;260;p13"/>
                <p:cNvSpPr/>
                <p:nvPr/>
              </p:nvSpPr>
              <p:spPr>
                <a:xfrm>
                  <a:off x="171052" y="-1"/>
                  <a:ext cx="57638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08" name="Google Shape;261;p13"/>
                <p:cNvSpPr/>
                <p:nvPr/>
              </p:nvSpPr>
              <p:spPr>
                <a:xfrm>
                  <a:off x="85526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09" name="Google Shape;262;p13"/>
                <p:cNvSpPr/>
                <p:nvPr/>
              </p:nvSpPr>
              <p:spPr>
                <a:xfrm>
                  <a:off x="-1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323" name="Google Shape;263;p13"/>
            <p:cNvGrpSpPr/>
            <p:nvPr/>
          </p:nvGrpSpPr>
          <p:grpSpPr>
            <a:xfrm>
              <a:off x="92263" y="228925"/>
              <a:ext cx="653142" cy="337323"/>
              <a:chOff x="-1" y="-2"/>
              <a:chExt cx="653141" cy="337321"/>
            </a:xfrm>
          </p:grpSpPr>
          <p:sp>
            <p:nvSpPr>
              <p:cNvPr id="312" name="Google Shape;264;p13"/>
              <p:cNvSpPr/>
              <p:nvPr/>
            </p:nvSpPr>
            <p:spPr>
              <a:xfrm>
                <a:off x="-2" y="12424"/>
                <a:ext cx="303241" cy="302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12" y="12822"/>
                    </a:moveTo>
                    <a:cubicBezTo>
                      <a:pt x="21534" y="12172"/>
                      <a:pt x="21600" y="11493"/>
                      <a:pt x="21600" y="10805"/>
                    </a:cubicBezTo>
                    <a:cubicBezTo>
                      <a:pt x="21600" y="10116"/>
                      <a:pt x="21534" y="9447"/>
                      <a:pt x="21412" y="8787"/>
                    </a:cubicBezTo>
                    <a:lnTo>
                      <a:pt x="17918" y="8787"/>
                    </a:lnTo>
                    <a:cubicBezTo>
                      <a:pt x="17758" y="8221"/>
                      <a:pt x="17542" y="7693"/>
                      <a:pt x="17259" y="7194"/>
                    </a:cubicBezTo>
                    <a:lnTo>
                      <a:pt x="19726" y="4723"/>
                    </a:lnTo>
                    <a:cubicBezTo>
                      <a:pt x="18964" y="3602"/>
                      <a:pt x="18003" y="2640"/>
                      <a:pt x="16883" y="1876"/>
                    </a:cubicBezTo>
                    <a:lnTo>
                      <a:pt x="14406" y="4356"/>
                    </a:lnTo>
                    <a:cubicBezTo>
                      <a:pt x="13907" y="4073"/>
                      <a:pt x="13371" y="3856"/>
                      <a:pt x="12815" y="3696"/>
                    </a:cubicBezTo>
                    <a:lnTo>
                      <a:pt x="12815" y="189"/>
                    </a:lnTo>
                    <a:cubicBezTo>
                      <a:pt x="12165" y="66"/>
                      <a:pt x="11487" y="0"/>
                      <a:pt x="10800" y="0"/>
                    </a:cubicBezTo>
                    <a:cubicBezTo>
                      <a:pt x="10113" y="0"/>
                      <a:pt x="9444" y="66"/>
                      <a:pt x="8785" y="189"/>
                    </a:cubicBezTo>
                    <a:lnTo>
                      <a:pt x="8785" y="3696"/>
                    </a:lnTo>
                    <a:cubicBezTo>
                      <a:pt x="8220" y="3856"/>
                      <a:pt x="7693" y="4073"/>
                      <a:pt x="7194" y="4356"/>
                    </a:cubicBezTo>
                    <a:lnTo>
                      <a:pt x="4717" y="1876"/>
                    </a:lnTo>
                    <a:cubicBezTo>
                      <a:pt x="3597" y="2640"/>
                      <a:pt x="2636" y="3611"/>
                      <a:pt x="1874" y="4723"/>
                    </a:cubicBezTo>
                    <a:lnTo>
                      <a:pt x="4341" y="7194"/>
                    </a:lnTo>
                    <a:cubicBezTo>
                      <a:pt x="4058" y="7693"/>
                      <a:pt x="3842" y="8231"/>
                      <a:pt x="3682" y="8787"/>
                    </a:cubicBezTo>
                    <a:lnTo>
                      <a:pt x="188" y="8787"/>
                    </a:lnTo>
                    <a:cubicBezTo>
                      <a:pt x="66" y="9438"/>
                      <a:pt x="0" y="10116"/>
                      <a:pt x="0" y="10805"/>
                    </a:cubicBezTo>
                    <a:cubicBezTo>
                      <a:pt x="0" y="11493"/>
                      <a:pt x="66" y="12162"/>
                      <a:pt x="188" y="12822"/>
                    </a:cubicBezTo>
                    <a:lnTo>
                      <a:pt x="3682" y="12822"/>
                    </a:lnTo>
                    <a:cubicBezTo>
                      <a:pt x="3842" y="13388"/>
                      <a:pt x="4058" y="13916"/>
                      <a:pt x="4341" y="14416"/>
                    </a:cubicBezTo>
                    <a:lnTo>
                      <a:pt x="1874" y="16886"/>
                    </a:lnTo>
                    <a:cubicBezTo>
                      <a:pt x="2636" y="18008"/>
                      <a:pt x="3597" y="18970"/>
                      <a:pt x="4717" y="19733"/>
                    </a:cubicBezTo>
                    <a:lnTo>
                      <a:pt x="7194" y="17254"/>
                    </a:lnTo>
                    <a:cubicBezTo>
                      <a:pt x="7693" y="17536"/>
                      <a:pt x="8229" y="17753"/>
                      <a:pt x="8785" y="17914"/>
                    </a:cubicBezTo>
                    <a:lnTo>
                      <a:pt x="8785" y="21411"/>
                    </a:lnTo>
                    <a:cubicBezTo>
                      <a:pt x="9435" y="21534"/>
                      <a:pt x="10113" y="21600"/>
                      <a:pt x="10800" y="21600"/>
                    </a:cubicBezTo>
                    <a:cubicBezTo>
                      <a:pt x="11487" y="21600"/>
                      <a:pt x="12156" y="21534"/>
                      <a:pt x="12815" y="21411"/>
                    </a:cubicBezTo>
                    <a:lnTo>
                      <a:pt x="12815" y="17914"/>
                    </a:lnTo>
                    <a:cubicBezTo>
                      <a:pt x="13380" y="17753"/>
                      <a:pt x="13907" y="17527"/>
                      <a:pt x="14406" y="17254"/>
                    </a:cubicBezTo>
                    <a:lnTo>
                      <a:pt x="16883" y="19733"/>
                    </a:lnTo>
                    <a:cubicBezTo>
                      <a:pt x="18003" y="18970"/>
                      <a:pt x="18964" y="18008"/>
                      <a:pt x="19726" y="16886"/>
                    </a:cubicBezTo>
                    <a:lnTo>
                      <a:pt x="17259" y="14406"/>
                    </a:lnTo>
                    <a:cubicBezTo>
                      <a:pt x="17542" y="13907"/>
                      <a:pt x="17758" y="13369"/>
                      <a:pt x="17918" y="12813"/>
                    </a:cubicBezTo>
                    <a:lnTo>
                      <a:pt x="21412" y="12813"/>
                    </a:lnTo>
                    <a:close/>
                    <a:moveTo>
                      <a:pt x="10800" y="12992"/>
                    </a:moveTo>
                    <a:cubicBezTo>
                      <a:pt x="9595" y="12992"/>
                      <a:pt x="8625" y="12012"/>
                      <a:pt x="8625" y="10814"/>
                    </a:cubicBezTo>
                    <a:cubicBezTo>
                      <a:pt x="8625" y="9617"/>
                      <a:pt x="9604" y="8636"/>
                      <a:pt x="10800" y="8636"/>
                    </a:cubicBezTo>
                    <a:cubicBezTo>
                      <a:pt x="11996" y="8636"/>
                      <a:pt x="12975" y="9617"/>
                      <a:pt x="12975" y="10814"/>
                    </a:cubicBezTo>
                    <a:cubicBezTo>
                      <a:pt x="12975" y="12012"/>
                      <a:pt x="11996" y="12992"/>
                      <a:pt x="10800" y="129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322" name="Google Shape;265;p13"/>
              <p:cNvGrpSpPr/>
              <p:nvPr/>
            </p:nvGrpSpPr>
            <p:grpSpPr>
              <a:xfrm>
                <a:off x="356242" y="-3"/>
                <a:ext cx="296899" cy="337323"/>
                <a:chOff x="0" y="0"/>
                <a:chExt cx="296898" cy="337321"/>
              </a:xfrm>
            </p:grpSpPr>
            <p:grpSp>
              <p:nvGrpSpPr>
                <p:cNvPr id="315" name="Google Shape;266;p13"/>
                <p:cNvGrpSpPr/>
                <p:nvPr/>
              </p:nvGrpSpPr>
              <p:grpSpPr>
                <a:xfrm>
                  <a:off x="0" y="209236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13" name="Google Shape;267;p13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14" name="Google Shape;268;p13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18" name="Google Shape;269;p13"/>
                <p:cNvGrpSpPr/>
                <p:nvPr/>
              </p:nvGrpSpPr>
              <p:grpSpPr>
                <a:xfrm>
                  <a:off x="0" y="104683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16" name="Google Shape;270;p13"/>
                  <p:cNvSpPr/>
                  <p:nvPr/>
                </p:nvSpPr>
                <p:spPr>
                  <a:xfrm>
                    <a:off x="0" y="26963"/>
                    <a:ext cx="296899" cy="10112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17" name="Google Shape;271;p13"/>
                  <p:cNvSpPr/>
                  <p:nvPr/>
                </p:nvSpPr>
                <p:spPr>
                  <a:xfrm>
                    <a:off x="1" y="-1"/>
                    <a:ext cx="296897" cy="53933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21" name="Google Shape;272;p13"/>
                <p:cNvGrpSpPr/>
                <p:nvPr/>
              </p:nvGrpSpPr>
              <p:grpSpPr>
                <a:xfrm>
                  <a:off x="0" y="-1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19" name="Google Shape;273;p13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20" name="Google Shape;274;p13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3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37625" y="2579821"/>
            <a:ext cx="2175301" cy="15018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</a:lvl1pPr>
            <a:lvl2pPr marL="0" indent="152400">
              <a:buClrTx/>
              <a:buSzTx/>
              <a:buFontTx/>
              <a:buNone/>
            </a:lvl2pPr>
            <a:lvl3pPr marL="0" indent="152400">
              <a:buClrTx/>
              <a:buSzTx/>
              <a:buFontTx/>
              <a:buNone/>
            </a:lvl3pPr>
            <a:lvl4pPr marL="0" indent="152400">
              <a:buClrTx/>
              <a:buSzTx/>
              <a:buFontTx/>
              <a:buNone/>
            </a:lvl4pPr>
            <a:lvl5pPr marL="0" indent="152400">
              <a:buClrTx/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4" name="Google Shape;351;p14"/>
          <p:cNvSpPr/>
          <p:nvPr/>
        </p:nvSpPr>
        <p:spPr>
          <a:xfrm rot="8800738" flipH="1">
            <a:off x="7959125" y="4184663"/>
            <a:ext cx="1557857" cy="1358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5" name="Google Shape;352;p14"/>
          <p:cNvSpPr/>
          <p:nvPr/>
        </p:nvSpPr>
        <p:spPr>
          <a:xfrm rot="12657638" flipH="1">
            <a:off x="-899848" y="4036220"/>
            <a:ext cx="2293909" cy="2000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6" name="Google Shape;353;p14"/>
          <p:cNvSpPr/>
          <p:nvPr/>
        </p:nvSpPr>
        <p:spPr>
          <a:xfrm rot="1554271" flipH="1">
            <a:off x="7646552" y="-661088"/>
            <a:ext cx="1958455" cy="2002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52" name="Google Shape;427;p14"/>
          <p:cNvGrpSpPr/>
          <p:nvPr/>
        </p:nvGrpSpPr>
        <p:grpSpPr>
          <a:xfrm>
            <a:off x="8088693" y="57738"/>
            <a:ext cx="1061986" cy="559007"/>
            <a:chOff x="0" y="0"/>
            <a:chExt cx="1061984" cy="559005"/>
          </a:xfrm>
        </p:grpSpPr>
        <p:sp>
          <p:nvSpPr>
            <p:cNvPr id="337" name="Google Shape;428;p14"/>
            <p:cNvSpPr/>
            <p:nvPr/>
          </p:nvSpPr>
          <p:spPr>
            <a:xfrm>
              <a:off x="-1" y="-1"/>
              <a:ext cx="1061986" cy="559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63" y="11198"/>
                  </a:moveTo>
                  <a:cubicBezTo>
                    <a:pt x="18658" y="11198"/>
                    <a:pt x="18459" y="11241"/>
                    <a:pt x="18267" y="11322"/>
                  </a:cubicBezTo>
                  <a:cubicBezTo>
                    <a:pt x="17937" y="7277"/>
                    <a:pt x="16175" y="4134"/>
                    <a:pt x="13996" y="3815"/>
                  </a:cubicBezTo>
                  <a:cubicBezTo>
                    <a:pt x="12952" y="1483"/>
                    <a:pt x="11399" y="0"/>
                    <a:pt x="9661" y="0"/>
                  </a:cubicBezTo>
                  <a:cubicBezTo>
                    <a:pt x="6820" y="0"/>
                    <a:pt x="4465" y="3961"/>
                    <a:pt x="4043" y="9135"/>
                  </a:cubicBezTo>
                  <a:cubicBezTo>
                    <a:pt x="3809" y="9036"/>
                    <a:pt x="3568" y="8984"/>
                    <a:pt x="3320" y="8984"/>
                  </a:cubicBezTo>
                  <a:cubicBezTo>
                    <a:pt x="1487" y="8984"/>
                    <a:pt x="0" y="11808"/>
                    <a:pt x="0" y="15292"/>
                  </a:cubicBezTo>
                  <a:cubicBezTo>
                    <a:pt x="0" y="18776"/>
                    <a:pt x="1487" y="21600"/>
                    <a:pt x="3320" y="21600"/>
                  </a:cubicBezTo>
                  <a:lnTo>
                    <a:pt x="18861" y="21600"/>
                  </a:lnTo>
                  <a:cubicBezTo>
                    <a:pt x="20374" y="21600"/>
                    <a:pt x="21600" y="19271"/>
                    <a:pt x="21600" y="16397"/>
                  </a:cubicBezTo>
                  <a:cubicBezTo>
                    <a:pt x="21600" y="13524"/>
                    <a:pt x="20374" y="11195"/>
                    <a:pt x="18861" y="11195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351" name="Google Shape;429;p14"/>
            <p:cNvGrpSpPr/>
            <p:nvPr/>
          </p:nvGrpSpPr>
          <p:grpSpPr>
            <a:xfrm>
              <a:off x="349903" y="166774"/>
              <a:ext cx="281473" cy="319788"/>
              <a:chOff x="-3" y="-3"/>
              <a:chExt cx="281471" cy="319787"/>
            </a:xfrm>
          </p:grpSpPr>
          <p:grpSp>
            <p:nvGrpSpPr>
              <p:cNvPr id="347" name="Google Shape;430;p14"/>
              <p:cNvGrpSpPr/>
              <p:nvPr/>
            </p:nvGrpSpPr>
            <p:grpSpPr>
              <a:xfrm>
                <a:off x="-4" y="-4"/>
                <a:ext cx="281473" cy="319789"/>
                <a:chOff x="-2" y="-2"/>
                <a:chExt cx="281471" cy="319787"/>
              </a:xfrm>
            </p:grpSpPr>
            <p:grpSp>
              <p:nvGrpSpPr>
                <p:cNvPr id="340" name="Google Shape;431;p14"/>
                <p:cNvGrpSpPr/>
                <p:nvPr/>
              </p:nvGrpSpPr>
              <p:grpSpPr>
                <a:xfrm>
                  <a:off x="-3" y="198358"/>
                  <a:ext cx="281395" cy="121428"/>
                  <a:chOff x="-1" y="-1"/>
                  <a:chExt cx="281393" cy="121426"/>
                </a:xfrm>
              </p:grpSpPr>
              <p:sp>
                <p:nvSpPr>
                  <p:cNvPr id="338" name="Google Shape;432;p14"/>
                  <p:cNvSpPr/>
                  <p:nvPr/>
                </p:nvSpPr>
                <p:spPr>
                  <a:xfrm>
                    <a:off x="-2" y="25565"/>
                    <a:ext cx="281395" cy="9586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39" name="Google Shape;433;p14"/>
                  <p:cNvSpPr/>
                  <p:nvPr/>
                </p:nvSpPr>
                <p:spPr>
                  <a:xfrm>
                    <a:off x="79" y="-2"/>
                    <a:ext cx="281312" cy="51139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3" name="Google Shape;434;p14"/>
                <p:cNvGrpSpPr/>
                <p:nvPr/>
              </p:nvGrpSpPr>
              <p:grpSpPr>
                <a:xfrm>
                  <a:off x="-3" y="99139"/>
                  <a:ext cx="281395" cy="121425"/>
                  <a:chOff x="-1" y="-1"/>
                  <a:chExt cx="281393" cy="121424"/>
                </a:xfrm>
              </p:grpSpPr>
              <p:sp>
                <p:nvSpPr>
                  <p:cNvPr id="341" name="Google Shape;435;p14"/>
                  <p:cNvSpPr/>
                  <p:nvPr/>
                </p:nvSpPr>
                <p:spPr>
                  <a:xfrm>
                    <a:off x="-2" y="25565"/>
                    <a:ext cx="281395" cy="9585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42" name="Google Shape;436;p14"/>
                  <p:cNvSpPr/>
                  <p:nvPr/>
                </p:nvSpPr>
                <p:spPr>
                  <a:xfrm>
                    <a:off x="79" y="-2"/>
                    <a:ext cx="281312" cy="51137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6" name="Google Shape;437;p14"/>
                <p:cNvGrpSpPr/>
                <p:nvPr/>
              </p:nvGrpSpPr>
              <p:grpSpPr>
                <a:xfrm>
                  <a:off x="-3" y="-3"/>
                  <a:ext cx="281473" cy="121428"/>
                  <a:chOff x="-1" y="-1"/>
                  <a:chExt cx="281471" cy="121426"/>
                </a:xfrm>
              </p:grpSpPr>
              <p:sp>
                <p:nvSpPr>
                  <p:cNvPr id="344" name="Google Shape;438;p14"/>
                  <p:cNvSpPr/>
                  <p:nvPr/>
                </p:nvSpPr>
                <p:spPr>
                  <a:xfrm>
                    <a:off x="-2" y="25565"/>
                    <a:ext cx="281394" cy="9586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45" name="Google Shape;439;p14"/>
                  <p:cNvSpPr/>
                  <p:nvPr/>
                </p:nvSpPr>
                <p:spPr>
                  <a:xfrm>
                    <a:off x="158" y="-2"/>
                    <a:ext cx="281313" cy="51139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sp>
            <p:nvSpPr>
              <p:cNvPr id="348" name="Google Shape;440;p14"/>
              <p:cNvSpPr/>
              <p:nvPr/>
            </p:nvSpPr>
            <p:spPr>
              <a:xfrm>
                <a:off x="213984" y="63074"/>
                <a:ext cx="32060" cy="320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49" name="Google Shape;441;p14"/>
              <p:cNvSpPr/>
              <p:nvPr/>
            </p:nvSpPr>
            <p:spPr>
              <a:xfrm>
                <a:off x="213984" y="160451"/>
                <a:ext cx="32060" cy="320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50" name="Google Shape;442;p14"/>
              <p:cNvSpPr/>
              <p:nvPr/>
            </p:nvSpPr>
            <p:spPr>
              <a:xfrm>
                <a:off x="213984" y="262153"/>
                <a:ext cx="32060" cy="320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grpSp>
        <p:nvGrpSpPr>
          <p:cNvPr id="356" name="Google Shape;443;p14"/>
          <p:cNvGrpSpPr/>
          <p:nvPr/>
        </p:nvGrpSpPr>
        <p:grpSpPr>
          <a:xfrm>
            <a:off x="8582237" y="611816"/>
            <a:ext cx="33131" cy="442808"/>
            <a:chOff x="-1" y="0"/>
            <a:chExt cx="33129" cy="442806"/>
          </a:xfrm>
        </p:grpSpPr>
        <p:sp>
          <p:nvSpPr>
            <p:cNvPr id="353" name="Google Shape;444;p14"/>
            <p:cNvSpPr/>
            <p:nvPr/>
          </p:nvSpPr>
          <p:spPr>
            <a:xfrm flipV="1">
              <a:off x="16560" y="15800"/>
              <a:ext cx="4" cy="411333"/>
            </a:xfrm>
            <a:prstGeom prst="line">
              <a:avLst/>
            </a:prstGeom>
            <a:noFill/>
            <a:ln w="10950" cap="flat">
              <a:solidFill>
                <a:schemeClr val="accent4"/>
              </a:solidFill>
              <a:prstDash val="dashDot"/>
              <a:miter lim="8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chemeClr val="accent4"/>
                  </a:solidFill>
                </a:defRPr>
              </a:pPr>
              <a:endParaRPr/>
            </a:p>
          </p:txBody>
        </p:sp>
        <p:sp>
          <p:nvSpPr>
            <p:cNvPr id="354" name="Google Shape;445;p14"/>
            <p:cNvSpPr/>
            <p:nvPr/>
          </p:nvSpPr>
          <p:spPr>
            <a:xfrm>
              <a:off x="-2" y="409672"/>
              <a:ext cx="33131" cy="3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81"/>
                    <a:pt x="16782" y="21600"/>
                    <a:pt x="10800" y="21600"/>
                  </a:cubicBezTo>
                  <a:cubicBezTo>
                    <a:pt x="4818" y="21600"/>
                    <a:pt x="0" y="16781"/>
                    <a:pt x="0" y="10800"/>
                  </a:cubicBezTo>
                  <a:cubicBezTo>
                    <a:pt x="0" y="4818"/>
                    <a:pt x="4818" y="0"/>
                    <a:pt x="10800" y="0"/>
                  </a:cubicBezTo>
                  <a:cubicBezTo>
                    <a:pt x="16782" y="0"/>
                    <a:pt x="21600" y="4818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55" name="Google Shape;446;p14"/>
            <p:cNvSpPr/>
            <p:nvPr/>
          </p:nvSpPr>
          <p:spPr>
            <a:xfrm>
              <a:off x="-2" y="-1"/>
              <a:ext cx="33131" cy="3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18"/>
                    <a:pt x="16782" y="0"/>
                    <a:pt x="10800" y="0"/>
                  </a:cubicBezTo>
                  <a:cubicBezTo>
                    <a:pt x="4818" y="0"/>
                    <a:pt x="0" y="4818"/>
                    <a:pt x="0" y="10800"/>
                  </a:cubicBezTo>
                  <a:cubicBezTo>
                    <a:pt x="0" y="16781"/>
                    <a:pt x="4818" y="21600"/>
                    <a:pt x="10800" y="21600"/>
                  </a:cubicBezTo>
                  <a:cubicBezTo>
                    <a:pt x="16782" y="21600"/>
                    <a:pt x="21600" y="16781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3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53223" y="2053700"/>
            <a:ext cx="2811004" cy="10386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</a:lvl1pPr>
            <a:lvl2pPr marL="0" indent="152400">
              <a:buClrTx/>
              <a:buSzTx/>
              <a:buFontTx/>
              <a:buNone/>
            </a:lvl2pPr>
            <a:lvl3pPr marL="0" indent="152400">
              <a:buClrTx/>
              <a:buSzTx/>
              <a:buFontTx/>
              <a:buNone/>
            </a:lvl3pPr>
            <a:lvl4pPr marL="0" indent="152400">
              <a:buClrTx/>
              <a:buSzTx/>
              <a:buFontTx/>
              <a:buNone/>
            </a:lvl4pPr>
            <a:lvl5pPr marL="0" indent="152400">
              <a:buClrTx/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6" name="Google Shape;457;p15"/>
          <p:cNvSpPr/>
          <p:nvPr/>
        </p:nvSpPr>
        <p:spPr>
          <a:xfrm rot="8819869" flipH="1">
            <a:off x="7142105" y="3939213"/>
            <a:ext cx="2928374" cy="2509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67" name="Google Shape;458;p15"/>
          <p:cNvSpPr/>
          <p:nvPr/>
        </p:nvSpPr>
        <p:spPr>
          <a:xfrm rot="17942966" flipH="1">
            <a:off x="-1231997" y="-866616"/>
            <a:ext cx="2545975" cy="1921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73" name="Google Shape;459;p15"/>
          <p:cNvGrpSpPr/>
          <p:nvPr/>
        </p:nvGrpSpPr>
        <p:grpSpPr>
          <a:xfrm>
            <a:off x="65065" y="4373041"/>
            <a:ext cx="878165" cy="654542"/>
            <a:chOff x="0" y="-1"/>
            <a:chExt cx="878163" cy="654540"/>
          </a:xfrm>
        </p:grpSpPr>
        <p:grpSp>
          <p:nvGrpSpPr>
            <p:cNvPr id="371" name="Google Shape;460;p15"/>
            <p:cNvGrpSpPr/>
            <p:nvPr/>
          </p:nvGrpSpPr>
          <p:grpSpPr>
            <a:xfrm>
              <a:off x="-1" y="-2"/>
              <a:ext cx="878165" cy="654541"/>
              <a:chOff x="0" y="-1"/>
              <a:chExt cx="878163" cy="654540"/>
            </a:xfrm>
          </p:grpSpPr>
          <p:sp>
            <p:nvSpPr>
              <p:cNvPr id="368" name="Google Shape;461;p15"/>
              <p:cNvSpPr/>
              <p:nvPr/>
            </p:nvSpPr>
            <p:spPr>
              <a:xfrm>
                <a:off x="195453" y="-2"/>
                <a:ext cx="682711" cy="458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6"/>
                    </a:moveTo>
                    <a:lnTo>
                      <a:pt x="8410" y="3030"/>
                    </a:lnTo>
                    <a:cubicBezTo>
                      <a:pt x="8650" y="3387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69" name="Google Shape;462;p15"/>
              <p:cNvSpPr/>
              <p:nvPr/>
            </p:nvSpPr>
            <p:spPr>
              <a:xfrm>
                <a:off x="97799" y="978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70" name="Google Shape;463;p15"/>
              <p:cNvSpPr/>
              <p:nvPr/>
            </p:nvSpPr>
            <p:spPr>
              <a:xfrm>
                <a:off x="-1" y="1956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372" name="Google Shape;464;p15"/>
            <p:cNvSpPr/>
            <p:nvPr/>
          </p:nvSpPr>
          <p:spPr>
            <a:xfrm>
              <a:off x="289313" y="410337"/>
              <a:ext cx="105342" cy="12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5" h="20746" extrusionOk="0">
                  <a:moveTo>
                    <a:pt x="0" y="1636"/>
                  </a:moveTo>
                  <a:lnTo>
                    <a:pt x="0" y="19094"/>
                  </a:lnTo>
                  <a:cubicBezTo>
                    <a:pt x="0" y="20370"/>
                    <a:pt x="1709" y="21165"/>
                    <a:pt x="3035" y="20515"/>
                  </a:cubicBezTo>
                  <a:lnTo>
                    <a:pt x="20274" y="12159"/>
                  </a:lnTo>
                  <a:cubicBezTo>
                    <a:pt x="21571" y="11533"/>
                    <a:pt x="21600" y="10016"/>
                    <a:pt x="20333" y="9366"/>
                  </a:cubicBezTo>
                  <a:lnTo>
                    <a:pt x="3094" y="264"/>
                  </a:lnTo>
                  <a:cubicBezTo>
                    <a:pt x="1768" y="-435"/>
                    <a:pt x="0" y="336"/>
                    <a:pt x="0" y="163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392" name="Google Shape;465;p15"/>
          <p:cNvGrpSpPr/>
          <p:nvPr/>
        </p:nvGrpSpPr>
        <p:grpSpPr>
          <a:xfrm>
            <a:off x="8114964" y="266832"/>
            <a:ext cx="830004" cy="750901"/>
            <a:chOff x="-2" y="-2"/>
            <a:chExt cx="830003" cy="750899"/>
          </a:xfrm>
        </p:grpSpPr>
        <p:grpSp>
          <p:nvGrpSpPr>
            <p:cNvPr id="379" name="Google Shape;466;p15"/>
            <p:cNvGrpSpPr/>
            <p:nvPr/>
          </p:nvGrpSpPr>
          <p:grpSpPr>
            <a:xfrm>
              <a:off x="-3" y="-3"/>
              <a:ext cx="830005" cy="750901"/>
              <a:chOff x="-1" y="0"/>
              <a:chExt cx="830003" cy="750899"/>
            </a:xfrm>
          </p:grpSpPr>
          <p:sp>
            <p:nvSpPr>
              <p:cNvPr id="374" name="Google Shape;467;p15"/>
              <p:cNvSpPr/>
              <p:nvPr/>
            </p:nvSpPr>
            <p:spPr>
              <a:xfrm>
                <a:off x="-2" y="-1"/>
                <a:ext cx="830005" cy="75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17" y="0"/>
                    </a:moveTo>
                    <a:cubicBezTo>
                      <a:pt x="20936" y="0"/>
                      <a:pt x="21600" y="734"/>
                      <a:pt x="21600" y="1639"/>
                    </a:cubicBezTo>
                    <a:lnTo>
                      <a:pt x="21600" y="19961"/>
                    </a:lnTo>
                    <a:cubicBezTo>
                      <a:pt x="21600" y="20866"/>
                      <a:pt x="20936" y="21600"/>
                      <a:pt x="20117" y="21600"/>
                    </a:cubicBezTo>
                    <a:lnTo>
                      <a:pt x="1483" y="21600"/>
                    </a:lnTo>
                    <a:cubicBezTo>
                      <a:pt x="664" y="21600"/>
                      <a:pt x="0" y="20866"/>
                      <a:pt x="0" y="19961"/>
                    </a:cubicBezTo>
                    <a:lnTo>
                      <a:pt x="0" y="1639"/>
                    </a:lnTo>
                    <a:cubicBezTo>
                      <a:pt x="0" y="734"/>
                      <a:pt x="664" y="0"/>
                      <a:pt x="1483" y="0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378" name="Google Shape;468;p15"/>
              <p:cNvGrpSpPr/>
              <p:nvPr/>
            </p:nvGrpSpPr>
            <p:grpSpPr>
              <a:xfrm>
                <a:off x="540508" y="43219"/>
                <a:ext cx="228691" cy="57635"/>
                <a:chOff x="0" y="0"/>
                <a:chExt cx="228690" cy="57634"/>
              </a:xfrm>
            </p:grpSpPr>
            <p:sp>
              <p:nvSpPr>
                <p:cNvPr id="375" name="Google Shape;469;p15"/>
                <p:cNvSpPr/>
                <p:nvPr/>
              </p:nvSpPr>
              <p:spPr>
                <a:xfrm>
                  <a:off x="171052" y="-1"/>
                  <a:ext cx="57638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76" name="Google Shape;470;p15"/>
                <p:cNvSpPr/>
                <p:nvPr/>
              </p:nvSpPr>
              <p:spPr>
                <a:xfrm>
                  <a:off x="85526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77" name="Google Shape;471;p15"/>
                <p:cNvSpPr/>
                <p:nvPr/>
              </p:nvSpPr>
              <p:spPr>
                <a:xfrm>
                  <a:off x="-1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391" name="Google Shape;472;p15"/>
            <p:cNvGrpSpPr/>
            <p:nvPr/>
          </p:nvGrpSpPr>
          <p:grpSpPr>
            <a:xfrm>
              <a:off x="92263" y="228925"/>
              <a:ext cx="653142" cy="337323"/>
              <a:chOff x="-1" y="-2"/>
              <a:chExt cx="653141" cy="337321"/>
            </a:xfrm>
          </p:grpSpPr>
          <p:sp>
            <p:nvSpPr>
              <p:cNvPr id="380" name="Google Shape;473;p15"/>
              <p:cNvSpPr/>
              <p:nvPr/>
            </p:nvSpPr>
            <p:spPr>
              <a:xfrm>
                <a:off x="-2" y="12424"/>
                <a:ext cx="303241" cy="302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12" y="12822"/>
                    </a:moveTo>
                    <a:cubicBezTo>
                      <a:pt x="21534" y="12172"/>
                      <a:pt x="21600" y="11493"/>
                      <a:pt x="21600" y="10805"/>
                    </a:cubicBezTo>
                    <a:cubicBezTo>
                      <a:pt x="21600" y="10116"/>
                      <a:pt x="21534" y="9447"/>
                      <a:pt x="21412" y="8787"/>
                    </a:cubicBezTo>
                    <a:lnTo>
                      <a:pt x="17918" y="8787"/>
                    </a:lnTo>
                    <a:cubicBezTo>
                      <a:pt x="17758" y="8221"/>
                      <a:pt x="17542" y="7693"/>
                      <a:pt x="17259" y="7194"/>
                    </a:cubicBezTo>
                    <a:lnTo>
                      <a:pt x="19726" y="4723"/>
                    </a:lnTo>
                    <a:cubicBezTo>
                      <a:pt x="18964" y="3602"/>
                      <a:pt x="18003" y="2640"/>
                      <a:pt x="16883" y="1876"/>
                    </a:cubicBezTo>
                    <a:lnTo>
                      <a:pt x="14406" y="4356"/>
                    </a:lnTo>
                    <a:cubicBezTo>
                      <a:pt x="13907" y="4073"/>
                      <a:pt x="13371" y="3856"/>
                      <a:pt x="12815" y="3696"/>
                    </a:cubicBezTo>
                    <a:lnTo>
                      <a:pt x="12815" y="189"/>
                    </a:lnTo>
                    <a:cubicBezTo>
                      <a:pt x="12165" y="66"/>
                      <a:pt x="11487" y="0"/>
                      <a:pt x="10800" y="0"/>
                    </a:cubicBezTo>
                    <a:cubicBezTo>
                      <a:pt x="10113" y="0"/>
                      <a:pt x="9444" y="66"/>
                      <a:pt x="8785" y="189"/>
                    </a:cubicBezTo>
                    <a:lnTo>
                      <a:pt x="8785" y="3696"/>
                    </a:lnTo>
                    <a:cubicBezTo>
                      <a:pt x="8220" y="3856"/>
                      <a:pt x="7693" y="4073"/>
                      <a:pt x="7194" y="4356"/>
                    </a:cubicBezTo>
                    <a:lnTo>
                      <a:pt x="4717" y="1876"/>
                    </a:lnTo>
                    <a:cubicBezTo>
                      <a:pt x="3597" y="2640"/>
                      <a:pt x="2636" y="3611"/>
                      <a:pt x="1874" y="4723"/>
                    </a:cubicBezTo>
                    <a:lnTo>
                      <a:pt x="4341" y="7194"/>
                    </a:lnTo>
                    <a:cubicBezTo>
                      <a:pt x="4058" y="7693"/>
                      <a:pt x="3842" y="8231"/>
                      <a:pt x="3682" y="8787"/>
                    </a:cubicBezTo>
                    <a:lnTo>
                      <a:pt x="188" y="8787"/>
                    </a:lnTo>
                    <a:cubicBezTo>
                      <a:pt x="66" y="9438"/>
                      <a:pt x="0" y="10116"/>
                      <a:pt x="0" y="10805"/>
                    </a:cubicBezTo>
                    <a:cubicBezTo>
                      <a:pt x="0" y="11493"/>
                      <a:pt x="66" y="12162"/>
                      <a:pt x="188" y="12822"/>
                    </a:cubicBezTo>
                    <a:lnTo>
                      <a:pt x="3682" y="12822"/>
                    </a:lnTo>
                    <a:cubicBezTo>
                      <a:pt x="3842" y="13388"/>
                      <a:pt x="4058" y="13916"/>
                      <a:pt x="4341" y="14416"/>
                    </a:cubicBezTo>
                    <a:lnTo>
                      <a:pt x="1874" y="16886"/>
                    </a:lnTo>
                    <a:cubicBezTo>
                      <a:pt x="2636" y="18008"/>
                      <a:pt x="3597" y="18970"/>
                      <a:pt x="4717" y="19733"/>
                    </a:cubicBezTo>
                    <a:lnTo>
                      <a:pt x="7194" y="17254"/>
                    </a:lnTo>
                    <a:cubicBezTo>
                      <a:pt x="7693" y="17536"/>
                      <a:pt x="8229" y="17753"/>
                      <a:pt x="8785" y="17914"/>
                    </a:cubicBezTo>
                    <a:lnTo>
                      <a:pt x="8785" y="21411"/>
                    </a:lnTo>
                    <a:cubicBezTo>
                      <a:pt x="9435" y="21534"/>
                      <a:pt x="10113" y="21600"/>
                      <a:pt x="10800" y="21600"/>
                    </a:cubicBezTo>
                    <a:cubicBezTo>
                      <a:pt x="11487" y="21600"/>
                      <a:pt x="12156" y="21534"/>
                      <a:pt x="12815" y="21411"/>
                    </a:cubicBezTo>
                    <a:lnTo>
                      <a:pt x="12815" y="17914"/>
                    </a:lnTo>
                    <a:cubicBezTo>
                      <a:pt x="13380" y="17753"/>
                      <a:pt x="13907" y="17527"/>
                      <a:pt x="14406" y="17254"/>
                    </a:cubicBezTo>
                    <a:lnTo>
                      <a:pt x="16883" y="19733"/>
                    </a:lnTo>
                    <a:cubicBezTo>
                      <a:pt x="18003" y="18970"/>
                      <a:pt x="18964" y="18008"/>
                      <a:pt x="19726" y="16886"/>
                    </a:cubicBezTo>
                    <a:lnTo>
                      <a:pt x="17259" y="14406"/>
                    </a:lnTo>
                    <a:cubicBezTo>
                      <a:pt x="17542" y="13907"/>
                      <a:pt x="17758" y="13369"/>
                      <a:pt x="17918" y="12813"/>
                    </a:cubicBezTo>
                    <a:lnTo>
                      <a:pt x="21412" y="12813"/>
                    </a:lnTo>
                    <a:close/>
                    <a:moveTo>
                      <a:pt x="10800" y="12992"/>
                    </a:moveTo>
                    <a:cubicBezTo>
                      <a:pt x="9595" y="12992"/>
                      <a:pt x="8625" y="12012"/>
                      <a:pt x="8625" y="10814"/>
                    </a:cubicBezTo>
                    <a:cubicBezTo>
                      <a:pt x="8625" y="9617"/>
                      <a:pt x="9604" y="8636"/>
                      <a:pt x="10800" y="8636"/>
                    </a:cubicBezTo>
                    <a:cubicBezTo>
                      <a:pt x="11996" y="8636"/>
                      <a:pt x="12975" y="9617"/>
                      <a:pt x="12975" y="10814"/>
                    </a:cubicBezTo>
                    <a:cubicBezTo>
                      <a:pt x="12975" y="12012"/>
                      <a:pt x="11996" y="12992"/>
                      <a:pt x="10800" y="129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390" name="Google Shape;474;p15"/>
              <p:cNvGrpSpPr/>
              <p:nvPr/>
            </p:nvGrpSpPr>
            <p:grpSpPr>
              <a:xfrm>
                <a:off x="356242" y="-3"/>
                <a:ext cx="296899" cy="337323"/>
                <a:chOff x="0" y="0"/>
                <a:chExt cx="296898" cy="337321"/>
              </a:xfrm>
            </p:grpSpPr>
            <p:grpSp>
              <p:nvGrpSpPr>
                <p:cNvPr id="383" name="Google Shape;475;p15"/>
                <p:cNvGrpSpPr/>
                <p:nvPr/>
              </p:nvGrpSpPr>
              <p:grpSpPr>
                <a:xfrm>
                  <a:off x="0" y="209236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81" name="Google Shape;476;p15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82" name="Google Shape;477;p15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6" name="Google Shape;478;p15"/>
                <p:cNvGrpSpPr/>
                <p:nvPr/>
              </p:nvGrpSpPr>
              <p:grpSpPr>
                <a:xfrm>
                  <a:off x="0" y="104683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84" name="Google Shape;479;p15"/>
                  <p:cNvSpPr/>
                  <p:nvPr/>
                </p:nvSpPr>
                <p:spPr>
                  <a:xfrm>
                    <a:off x="0" y="26963"/>
                    <a:ext cx="296899" cy="10112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85" name="Google Shape;480;p15"/>
                  <p:cNvSpPr/>
                  <p:nvPr/>
                </p:nvSpPr>
                <p:spPr>
                  <a:xfrm>
                    <a:off x="1" y="-1"/>
                    <a:ext cx="296897" cy="53933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9" name="Google Shape;481;p15"/>
                <p:cNvGrpSpPr/>
                <p:nvPr/>
              </p:nvGrpSpPr>
              <p:grpSpPr>
                <a:xfrm>
                  <a:off x="0" y="-1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387" name="Google Shape;482;p15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388" name="Google Shape;483;p15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3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3900" y="1710151"/>
            <a:ext cx="1986003" cy="1105203"/>
          </a:xfrm>
          <a:prstGeom prst="rect">
            <a:avLst/>
          </a:prstGeom>
        </p:spPr>
        <p:txBody>
          <a:bodyPr/>
          <a:lstStyle>
            <a:lvl1pPr marL="0" indent="152400">
              <a:buClrTx/>
              <a:buSzTx/>
              <a:buFontTx/>
              <a:buNone/>
            </a:lvl1pPr>
            <a:lvl2pPr marL="0" indent="152400">
              <a:buClrTx/>
              <a:buSzTx/>
              <a:buFontTx/>
              <a:buNone/>
            </a:lvl2pPr>
            <a:lvl3pPr marL="0" indent="152400">
              <a:buClrTx/>
              <a:buSzTx/>
              <a:buFontTx/>
              <a:buNone/>
            </a:lvl3pPr>
            <a:lvl4pPr marL="0" indent="152400">
              <a:buClrTx/>
              <a:buSzTx/>
              <a:buFontTx/>
              <a:buNone/>
            </a:lvl4pPr>
            <a:lvl5pPr marL="0" indent="152400">
              <a:buClrTx/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2" name="Google Shape;498;p16"/>
          <p:cNvSpPr/>
          <p:nvPr/>
        </p:nvSpPr>
        <p:spPr>
          <a:xfrm rot="18336548" flipH="1">
            <a:off x="7534270" y="4016435"/>
            <a:ext cx="2705056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03" name="Google Shape;499;p16"/>
          <p:cNvSpPr/>
          <p:nvPr/>
        </p:nvSpPr>
        <p:spPr>
          <a:xfrm rot="531647" flipH="1">
            <a:off x="-1519037" y="4096845"/>
            <a:ext cx="2393040" cy="2086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04" name="Google Shape;500;p16"/>
          <p:cNvSpPr/>
          <p:nvPr/>
        </p:nvSpPr>
        <p:spPr>
          <a:xfrm rot="460659" flipH="1">
            <a:off x="7465059" y="-1447641"/>
            <a:ext cx="2831375" cy="24692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428" name="Google Shape;501;p16"/>
          <p:cNvGrpSpPr/>
          <p:nvPr/>
        </p:nvGrpSpPr>
        <p:grpSpPr>
          <a:xfrm>
            <a:off x="7931864" y="177091"/>
            <a:ext cx="997839" cy="737104"/>
            <a:chOff x="-2" y="0"/>
            <a:chExt cx="997837" cy="737103"/>
          </a:xfrm>
        </p:grpSpPr>
        <p:grpSp>
          <p:nvGrpSpPr>
            <p:cNvPr id="412" name="Google Shape;502;p16"/>
            <p:cNvGrpSpPr/>
            <p:nvPr/>
          </p:nvGrpSpPr>
          <p:grpSpPr>
            <a:xfrm>
              <a:off x="-1" y="-1"/>
              <a:ext cx="919734" cy="318031"/>
              <a:chOff x="0" y="0"/>
              <a:chExt cx="919733" cy="318030"/>
            </a:xfrm>
          </p:grpSpPr>
          <p:sp>
            <p:nvSpPr>
              <p:cNvPr id="405" name="Google Shape;503;p16"/>
              <p:cNvSpPr/>
              <p:nvPr/>
            </p:nvSpPr>
            <p:spPr>
              <a:xfrm>
                <a:off x="-1" y="-1"/>
                <a:ext cx="919734" cy="3180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81" y="0"/>
                    </a:moveTo>
                    <a:cubicBezTo>
                      <a:pt x="21099" y="0"/>
                      <a:pt x="21600" y="1449"/>
                      <a:pt x="21600" y="3235"/>
                    </a:cubicBezTo>
                    <a:lnTo>
                      <a:pt x="21600" y="18365"/>
                    </a:lnTo>
                    <a:cubicBezTo>
                      <a:pt x="21600" y="20151"/>
                      <a:pt x="21099" y="21600"/>
                      <a:pt x="20481" y="21600"/>
                    </a:cubicBezTo>
                    <a:lnTo>
                      <a:pt x="1119" y="21600"/>
                    </a:lnTo>
                    <a:cubicBezTo>
                      <a:pt x="501" y="21600"/>
                      <a:pt x="0" y="20151"/>
                      <a:pt x="0" y="18365"/>
                    </a:cubicBezTo>
                    <a:lnTo>
                      <a:pt x="0" y="3235"/>
                    </a:lnTo>
                    <a:cubicBezTo>
                      <a:pt x="0" y="1449"/>
                      <a:pt x="501" y="0"/>
                      <a:pt x="1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406" name="Google Shape;504;p16"/>
              <p:cNvSpPr/>
              <p:nvPr/>
            </p:nvSpPr>
            <p:spPr>
              <a:xfrm>
                <a:off x="79842" y="51259"/>
                <a:ext cx="212958" cy="212960"/>
              </a:xfrm>
              <a:prstGeom prst="rect">
                <a:avLst/>
              </a:prstGeom>
              <a:solidFill>
                <a:srgbClr val="F3F3F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11" name="Google Shape;505;p16"/>
              <p:cNvGrpSpPr/>
              <p:nvPr/>
            </p:nvGrpSpPr>
            <p:grpSpPr>
              <a:xfrm>
                <a:off x="360966" y="57297"/>
                <a:ext cx="467789" cy="201022"/>
                <a:chOff x="-1" y="0"/>
                <a:chExt cx="467788" cy="201021"/>
              </a:xfrm>
            </p:grpSpPr>
            <p:sp>
              <p:nvSpPr>
                <p:cNvPr id="407" name="Google Shape;506;p16"/>
                <p:cNvSpPr/>
                <p:nvPr/>
              </p:nvSpPr>
              <p:spPr>
                <a:xfrm>
                  <a:off x="-2" y="-1"/>
                  <a:ext cx="467790" cy="28719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08" name="Google Shape;507;p16"/>
                <p:cNvSpPr/>
                <p:nvPr/>
              </p:nvSpPr>
              <p:spPr>
                <a:xfrm>
                  <a:off x="0" y="57433"/>
                  <a:ext cx="409013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09" name="Google Shape;508;p16"/>
                <p:cNvSpPr/>
                <p:nvPr/>
              </p:nvSpPr>
              <p:spPr>
                <a:xfrm>
                  <a:off x="-1" y="114867"/>
                  <a:ext cx="428203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10" name="Google Shape;509;p16"/>
                <p:cNvSpPr/>
                <p:nvPr/>
              </p:nvSpPr>
              <p:spPr>
                <a:xfrm>
                  <a:off x="-1" y="172301"/>
                  <a:ext cx="241677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422" name="Google Shape;510;p16"/>
            <p:cNvGrpSpPr/>
            <p:nvPr/>
          </p:nvGrpSpPr>
          <p:grpSpPr>
            <a:xfrm>
              <a:off x="-3" y="419070"/>
              <a:ext cx="919738" cy="318033"/>
              <a:chOff x="-1" y="0"/>
              <a:chExt cx="919737" cy="318032"/>
            </a:xfrm>
          </p:grpSpPr>
          <p:grpSp>
            <p:nvGrpSpPr>
              <p:cNvPr id="420" name="Google Shape;511;p16"/>
              <p:cNvGrpSpPr/>
              <p:nvPr/>
            </p:nvGrpSpPr>
            <p:grpSpPr>
              <a:xfrm>
                <a:off x="-2" y="0"/>
                <a:ext cx="919738" cy="318033"/>
                <a:chOff x="-1" y="0"/>
                <a:chExt cx="919737" cy="318032"/>
              </a:xfrm>
            </p:grpSpPr>
            <p:sp>
              <p:nvSpPr>
                <p:cNvPr id="413" name="Google Shape;512;p16"/>
                <p:cNvSpPr/>
                <p:nvPr/>
              </p:nvSpPr>
              <p:spPr>
                <a:xfrm>
                  <a:off x="-2" y="0"/>
                  <a:ext cx="919739" cy="3180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481" y="0"/>
                      </a:moveTo>
                      <a:cubicBezTo>
                        <a:pt x="21099" y="0"/>
                        <a:pt x="21600" y="1449"/>
                        <a:pt x="21600" y="3235"/>
                      </a:cubicBezTo>
                      <a:lnTo>
                        <a:pt x="21600" y="18365"/>
                      </a:lnTo>
                      <a:cubicBezTo>
                        <a:pt x="21600" y="20152"/>
                        <a:pt x="21099" y="21600"/>
                        <a:pt x="20481" y="21600"/>
                      </a:cubicBezTo>
                      <a:lnTo>
                        <a:pt x="1119" y="21600"/>
                      </a:lnTo>
                      <a:cubicBezTo>
                        <a:pt x="501" y="21600"/>
                        <a:pt x="0" y="20152"/>
                        <a:pt x="0" y="18365"/>
                      </a:cubicBezTo>
                      <a:lnTo>
                        <a:pt x="0" y="3235"/>
                      </a:lnTo>
                      <a:cubicBezTo>
                        <a:pt x="0" y="1449"/>
                        <a:pt x="501" y="0"/>
                        <a:pt x="111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14" name="Google Shape;513;p16"/>
                <p:cNvSpPr/>
                <p:nvPr/>
              </p:nvSpPr>
              <p:spPr>
                <a:xfrm>
                  <a:off x="79843" y="51392"/>
                  <a:ext cx="212962" cy="2129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93" y="21600"/>
                      </a:moveTo>
                      <a:cubicBezTo>
                        <a:pt x="4832" y="21600"/>
                        <a:pt x="0" y="16768"/>
                        <a:pt x="0" y="10807"/>
                      </a:cubicBezTo>
                      <a:cubicBezTo>
                        <a:pt x="0" y="4845"/>
                        <a:pt x="4832" y="0"/>
                        <a:pt x="10793" y="0"/>
                      </a:cubicBezTo>
                      <a:cubicBezTo>
                        <a:pt x="16755" y="0"/>
                        <a:pt x="21600" y="4832"/>
                        <a:pt x="21600" y="10793"/>
                      </a:cubicBezTo>
                      <a:cubicBezTo>
                        <a:pt x="21600" y="16755"/>
                        <a:pt x="16768" y="21600"/>
                        <a:pt x="10793" y="2160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grpSp>
              <p:nvGrpSpPr>
                <p:cNvPr id="419" name="Google Shape;514;p16"/>
                <p:cNvGrpSpPr/>
                <p:nvPr/>
              </p:nvGrpSpPr>
              <p:grpSpPr>
                <a:xfrm>
                  <a:off x="360967" y="57297"/>
                  <a:ext cx="467789" cy="201022"/>
                  <a:chOff x="0" y="0"/>
                  <a:chExt cx="467788" cy="201021"/>
                </a:xfrm>
              </p:grpSpPr>
              <p:sp>
                <p:nvSpPr>
                  <p:cNvPr id="415" name="Google Shape;515;p16"/>
                  <p:cNvSpPr/>
                  <p:nvPr/>
                </p:nvSpPr>
                <p:spPr>
                  <a:xfrm>
                    <a:off x="27642" y="-1"/>
                    <a:ext cx="394521" cy="28719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16" name="Google Shape;516;p16"/>
                  <p:cNvSpPr/>
                  <p:nvPr/>
                </p:nvSpPr>
                <p:spPr>
                  <a:xfrm>
                    <a:off x="-1" y="57433"/>
                    <a:ext cx="288911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17" name="Google Shape;517;p16"/>
                  <p:cNvSpPr/>
                  <p:nvPr/>
                </p:nvSpPr>
                <p:spPr>
                  <a:xfrm>
                    <a:off x="-1" y="114867"/>
                    <a:ext cx="467789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18" name="Google Shape;518;p16"/>
                  <p:cNvSpPr/>
                  <p:nvPr/>
                </p:nvSpPr>
                <p:spPr>
                  <a:xfrm>
                    <a:off x="-1" y="172302"/>
                    <a:ext cx="241678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sp>
            <p:nvSpPr>
              <p:cNvPr id="421" name="Google Shape;519;p16"/>
              <p:cNvSpPr/>
              <p:nvPr/>
            </p:nvSpPr>
            <p:spPr>
              <a:xfrm>
                <a:off x="151231" y="110521"/>
                <a:ext cx="71477" cy="85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66" h="20739" extrusionOk="0">
                    <a:moveTo>
                      <a:pt x="0" y="1673"/>
                    </a:moveTo>
                    <a:lnTo>
                      <a:pt x="0" y="19103"/>
                    </a:lnTo>
                    <a:cubicBezTo>
                      <a:pt x="0" y="20373"/>
                      <a:pt x="1677" y="21155"/>
                      <a:pt x="3034" y="20504"/>
                    </a:cubicBezTo>
                    <a:lnTo>
                      <a:pt x="20282" y="12163"/>
                    </a:lnTo>
                    <a:cubicBezTo>
                      <a:pt x="21560" y="11544"/>
                      <a:pt x="21600" y="10045"/>
                      <a:pt x="20362" y="9361"/>
                    </a:cubicBezTo>
                    <a:lnTo>
                      <a:pt x="3114" y="272"/>
                    </a:lnTo>
                    <a:cubicBezTo>
                      <a:pt x="1757" y="-445"/>
                      <a:pt x="0" y="337"/>
                      <a:pt x="0" y="164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427" name="Google Shape;520;p16"/>
            <p:cNvGrpSpPr/>
            <p:nvPr/>
          </p:nvGrpSpPr>
          <p:grpSpPr>
            <a:xfrm>
              <a:off x="824453" y="362440"/>
              <a:ext cx="173382" cy="112697"/>
              <a:chOff x="-2" y="-1"/>
              <a:chExt cx="173381" cy="112695"/>
            </a:xfrm>
          </p:grpSpPr>
          <p:grpSp>
            <p:nvGrpSpPr>
              <p:cNvPr id="425" name="Google Shape;521;p16"/>
              <p:cNvGrpSpPr/>
              <p:nvPr/>
            </p:nvGrpSpPr>
            <p:grpSpPr>
              <a:xfrm>
                <a:off x="-3" y="13816"/>
                <a:ext cx="173383" cy="89914"/>
                <a:chOff x="-1" y="-1"/>
                <a:chExt cx="173381" cy="89912"/>
              </a:xfrm>
            </p:grpSpPr>
            <p:sp>
              <p:nvSpPr>
                <p:cNvPr id="423" name="Google Shape;522;p16"/>
                <p:cNvSpPr/>
                <p:nvPr/>
              </p:nvSpPr>
              <p:spPr>
                <a:xfrm>
                  <a:off x="-2" y="-2"/>
                  <a:ext cx="173383" cy="899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21600"/>
                      </a:moveTo>
                      <a:cubicBezTo>
                        <a:pt x="15264" y="21600"/>
                        <a:pt x="19209" y="17344"/>
                        <a:pt x="21600" y="10800"/>
                      </a:cubicBezTo>
                      <a:cubicBezTo>
                        <a:pt x="19209" y="4256"/>
                        <a:pt x="15264" y="0"/>
                        <a:pt x="10800" y="0"/>
                      </a:cubicBezTo>
                      <a:cubicBezTo>
                        <a:pt x="6336" y="0"/>
                        <a:pt x="2391" y="4256"/>
                        <a:pt x="0" y="10800"/>
                      </a:cubicBezTo>
                      <a:cubicBezTo>
                        <a:pt x="2391" y="17344"/>
                        <a:pt x="6336" y="21600"/>
                        <a:pt x="10800" y="216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24" name="Google Shape;523;p16"/>
                <p:cNvSpPr/>
                <p:nvPr/>
              </p:nvSpPr>
              <p:spPr>
                <a:xfrm>
                  <a:off x="59044" y="17309"/>
                  <a:ext cx="55291" cy="55291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426" name="Google Shape;524;p16"/>
              <p:cNvSpPr/>
              <p:nvPr/>
            </p:nvSpPr>
            <p:spPr>
              <a:xfrm rot="18900000">
                <a:off x="13155" y="49497"/>
                <a:ext cx="145679" cy="13698"/>
              </a:xfrm>
              <a:prstGeom prst="rect">
                <a:avLst/>
              </a:pr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sp>
        <p:nvSpPr>
          <p:cNvPr id="4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xx%"/>
          <p:cNvSpPr txBox="1">
            <a:spLocks noGrp="1"/>
          </p:cNvSpPr>
          <p:nvPr>
            <p:ph type="title" hasCustomPrompt="1"/>
          </p:nvPr>
        </p:nvSpPr>
        <p:spPr>
          <a:xfrm>
            <a:off x="798387" y="2997568"/>
            <a:ext cx="3492602" cy="768903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t>xx%</a:t>
            </a:r>
          </a:p>
        </p:txBody>
      </p:sp>
      <p:sp>
        <p:nvSpPr>
          <p:cNvPr id="4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98387" y="3772215"/>
            <a:ext cx="3492602" cy="598803"/>
          </a:xfrm>
          <a:prstGeom prst="rect">
            <a:avLst/>
          </a:prstGeom>
        </p:spPr>
        <p:txBody>
          <a:bodyPr/>
          <a:lstStyle>
            <a:lvl1pPr marL="0" indent="152400" algn="ctr">
              <a:buClrTx/>
              <a:buSzTx/>
              <a:buFontTx/>
              <a:buNone/>
            </a:lvl1pPr>
            <a:lvl2pPr marL="0" indent="152400" algn="ctr">
              <a:buClrTx/>
              <a:buSzTx/>
              <a:buFontTx/>
              <a:buNone/>
            </a:lvl2pPr>
            <a:lvl3pPr marL="0" indent="152400" algn="ctr">
              <a:buClrTx/>
              <a:buSzTx/>
              <a:buFontTx/>
              <a:buNone/>
            </a:lvl3pPr>
            <a:lvl4pPr marL="0" indent="152400" algn="ctr">
              <a:buClrTx/>
              <a:buSzTx/>
              <a:buFontTx/>
              <a:buNone/>
            </a:lvl4pPr>
            <a:lvl5pPr marL="0" indent="152400" algn="ctr">
              <a:buClrTx/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8" name="Google Shape;532;p17"/>
          <p:cNvSpPr/>
          <p:nvPr/>
        </p:nvSpPr>
        <p:spPr>
          <a:xfrm rot="15889464">
            <a:off x="-1752996" y="3448727"/>
            <a:ext cx="2937621" cy="2307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39" name="Google Shape;533;p17"/>
          <p:cNvSpPr/>
          <p:nvPr/>
        </p:nvSpPr>
        <p:spPr>
          <a:xfrm rot="21305096">
            <a:off x="7455674" y="3904115"/>
            <a:ext cx="2937630" cy="25619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8" name="Google Shape;536;p18"/>
          <p:cNvSpPr/>
          <p:nvPr/>
        </p:nvSpPr>
        <p:spPr>
          <a:xfrm rot="337740" flipH="1">
            <a:off x="8337400" y="3188234"/>
            <a:ext cx="2928373" cy="3518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479" name="Google Shape;537;p18"/>
          <p:cNvGrpSpPr/>
          <p:nvPr/>
        </p:nvGrpSpPr>
        <p:grpSpPr>
          <a:xfrm>
            <a:off x="90196" y="4214388"/>
            <a:ext cx="516126" cy="779229"/>
            <a:chOff x="-2" y="-2"/>
            <a:chExt cx="516124" cy="779228"/>
          </a:xfrm>
        </p:grpSpPr>
        <p:grpSp>
          <p:nvGrpSpPr>
            <p:cNvPr id="463" name="Google Shape;538;p18"/>
            <p:cNvGrpSpPr/>
            <p:nvPr/>
          </p:nvGrpSpPr>
          <p:grpSpPr>
            <a:xfrm>
              <a:off x="125744" y="-3"/>
              <a:ext cx="390379" cy="664317"/>
              <a:chOff x="0" y="-1"/>
              <a:chExt cx="390377" cy="664315"/>
            </a:xfrm>
          </p:grpSpPr>
          <p:sp>
            <p:nvSpPr>
              <p:cNvPr id="449" name="Google Shape;539;p18"/>
              <p:cNvSpPr/>
              <p:nvPr/>
            </p:nvSpPr>
            <p:spPr>
              <a:xfrm>
                <a:off x="-1" y="-2"/>
                <a:ext cx="390378" cy="664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95" y="21597"/>
                    </a:moveTo>
                    <a:lnTo>
                      <a:pt x="0" y="21597"/>
                    </a:lnTo>
                    <a:lnTo>
                      <a:pt x="0" y="0"/>
                    </a:lnTo>
                    <a:lnTo>
                      <a:pt x="16058" y="0"/>
                    </a:lnTo>
                    <a:cubicBezTo>
                      <a:pt x="18220" y="1270"/>
                      <a:pt x="19434" y="1984"/>
                      <a:pt x="21600" y="325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56" name="Google Shape;540;p18"/>
              <p:cNvGrpSpPr/>
              <p:nvPr/>
            </p:nvGrpSpPr>
            <p:grpSpPr>
              <a:xfrm>
                <a:off x="55754" y="86099"/>
                <a:ext cx="279207" cy="256442"/>
                <a:chOff x="0" y="0"/>
                <a:chExt cx="279205" cy="256440"/>
              </a:xfrm>
            </p:grpSpPr>
            <p:sp>
              <p:nvSpPr>
                <p:cNvPr id="450" name="Google Shape;541;p18"/>
                <p:cNvSpPr/>
                <p:nvPr/>
              </p:nvSpPr>
              <p:spPr>
                <a:xfrm>
                  <a:off x="-1" y="0"/>
                  <a:ext cx="279207" cy="19069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1" name="Google Shape;542;p18"/>
                <p:cNvSpPr/>
                <p:nvPr/>
              </p:nvSpPr>
              <p:spPr>
                <a:xfrm>
                  <a:off x="-1" y="47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2" name="Google Shape;543;p18"/>
                <p:cNvSpPr/>
                <p:nvPr/>
              </p:nvSpPr>
              <p:spPr>
                <a:xfrm>
                  <a:off x="-1" y="94915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3" name="Google Shape;544;p18"/>
                <p:cNvSpPr/>
                <p:nvPr/>
              </p:nvSpPr>
              <p:spPr>
                <a:xfrm>
                  <a:off x="-1" y="142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4" name="Google Shape;545;p18"/>
                <p:cNvSpPr/>
                <p:nvPr/>
              </p:nvSpPr>
              <p:spPr>
                <a:xfrm>
                  <a:off x="-1" y="189914"/>
                  <a:ext cx="279207" cy="19071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5" name="Google Shape;546;p18"/>
                <p:cNvSpPr/>
                <p:nvPr/>
              </p:nvSpPr>
              <p:spPr>
                <a:xfrm>
                  <a:off x="0" y="237371"/>
                  <a:ext cx="164305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461" name="Google Shape;547;p18"/>
              <p:cNvGrpSpPr/>
              <p:nvPr/>
            </p:nvGrpSpPr>
            <p:grpSpPr>
              <a:xfrm>
                <a:off x="55754" y="419058"/>
                <a:ext cx="279207" cy="161530"/>
                <a:chOff x="0" y="0"/>
                <a:chExt cx="279205" cy="161528"/>
              </a:xfrm>
            </p:grpSpPr>
            <p:sp>
              <p:nvSpPr>
                <p:cNvPr id="457" name="Google Shape;548;p18"/>
                <p:cNvSpPr/>
                <p:nvPr/>
              </p:nvSpPr>
              <p:spPr>
                <a:xfrm>
                  <a:off x="-1" y="-1"/>
                  <a:ext cx="279207" cy="19071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8" name="Google Shape;549;p18"/>
                <p:cNvSpPr/>
                <p:nvPr/>
              </p:nvSpPr>
              <p:spPr>
                <a:xfrm>
                  <a:off x="-1" y="47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9" name="Google Shape;550;p18"/>
                <p:cNvSpPr/>
                <p:nvPr/>
              </p:nvSpPr>
              <p:spPr>
                <a:xfrm>
                  <a:off x="-1" y="94999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0" name="Google Shape;551;p18"/>
                <p:cNvSpPr/>
                <p:nvPr/>
              </p:nvSpPr>
              <p:spPr>
                <a:xfrm>
                  <a:off x="0" y="142458"/>
                  <a:ext cx="164305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462" name="Google Shape;552;p18"/>
              <p:cNvSpPr/>
              <p:nvPr/>
            </p:nvSpPr>
            <p:spPr>
              <a:xfrm>
                <a:off x="290134" y="-1"/>
                <a:ext cx="100158" cy="1001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cubicBezTo>
                      <a:pt x="8424" y="8424"/>
                      <a:pt x="13157" y="13157"/>
                      <a:pt x="21600" y="21600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478" name="Google Shape;553;p18"/>
            <p:cNvGrpSpPr/>
            <p:nvPr/>
          </p:nvGrpSpPr>
          <p:grpSpPr>
            <a:xfrm>
              <a:off x="-3" y="114996"/>
              <a:ext cx="390378" cy="664230"/>
              <a:chOff x="-1" y="-1"/>
              <a:chExt cx="390376" cy="664229"/>
            </a:xfrm>
          </p:grpSpPr>
          <p:sp>
            <p:nvSpPr>
              <p:cNvPr id="464" name="Google Shape;554;p18"/>
              <p:cNvSpPr/>
              <p:nvPr/>
            </p:nvSpPr>
            <p:spPr>
              <a:xfrm>
                <a:off x="-2" y="-2"/>
                <a:ext cx="390378" cy="6642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95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16058" y="0"/>
                    </a:lnTo>
                    <a:cubicBezTo>
                      <a:pt x="18220" y="1270"/>
                      <a:pt x="19434" y="1984"/>
                      <a:pt x="21600" y="325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71" name="Google Shape;555;p18"/>
              <p:cNvGrpSpPr/>
              <p:nvPr/>
            </p:nvGrpSpPr>
            <p:grpSpPr>
              <a:xfrm>
                <a:off x="55752" y="86014"/>
                <a:ext cx="279208" cy="256526"/>
                <a:chOff x="-1" y="0"/>
                <a:chExt cx="279207" cy="256524"/>
              </a:xfrm>
            </p:grpSpPr>
            <p:sp>
              <p:nvSpPr>
                <p:cNvPr id="465" name="Google Shape;556;p18"/>
                <p:cNvSpPr/>
                <p:nvPr/>
              </p:nvSpPr>
              <p:spPr>
                <a:xfrm>
                  <a:off x="-2" y="-1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6" name="Google Shape;557;p18"/>
                <p:cNvSpPr/>
                <p:nvPr/>
              </p:nvSpPr>
              <p:spPr>
                <a:xfrm>
                  <a:off x="-2" y="47541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7" name="Google Shape;558;p18"/>
                <p:cNvSpPr/>
                <p:nvPr/>
              </p:nvSpPr>
              <p:spPr>
                <a:xfrm>
                  <a:off x="-2" y="94997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8" name="Google Shape;559;p18"/>
                <p:cNvSpPr/>
                <p:nvPr/>
              </p:nvSpPr>
              <p:spPr>
                <a:xfrm>
                  <a:off x="-2" y="142455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9" name="Google Shape;560;p18"/>
                <p:cNvSpPr/>
                <p:nvPr/>
              </p:nvSpPr>
              <p:spPr>
                <a:xfrm>
                  <a:off x="-2" y="189997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70" name="Google Shape;561;p18"/>
                <p:cNvSpPr/>
                <p:nvPr/>
              </p:nvSpPr>
              <p:spPr>
                <a:xfrm>
                  <a:off x="-2" y="237454"/>
                  <a:ext cx="164304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476" name="Google Shape;562;p18"/>
              <p:cNvGrpSpPr/>
              <p:nvPr/>
            </p:nvGrpSpPr>
            <p:grpSpPr>
              <a:xfrm>
                <a:off x="55752" y="419058"/>
                <a:ext cx="279208" cy="161530"/>
                <a:chOff x="-1" y="0"/>
                <a:chExt cx="279207" cy="161528"/>
              </a:xfrm>
            </p:grpSpPr>
            <p:sp>
              <p:nvSpPr>
                <p:cNvPr id="472" name="Google Shape;563;p18"/>
                <p:cNvSpPr/>
                <p:nvPr/>
              </p:nvSpPr>
              <p:spPr>
                <a:xfrm>
                  <a:off x="-2" y="-1"/>
                  <a:ext cx="279208" cy="19071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73" name="Google Shape;564;p18"/>
                <p:cNvSpPr/>
                <p:nvPr/>
              </p:nvSpPr>
              <p:spPr>
                <a:xfrm>
                  <a:off x="-2" y="47456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74" name="Google Shape;565;p18"/>
                <p:cNvSpPr/>
                <p:nvPr/>
              </p:nvSpPr>
              <p:spPr>
                <a:xfrm>
                  <a:off x="-2" y="94914"/>
                  <a:ext cx="279208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75" name="Google Shape;566;p18"/>
                <p:cNvSpPr/>
                <p:nvPr/>
              </p:nvSpPr>
              <p:spPr>
                <a:xfrm>
                  <a:off x="-2" y="142458"/>
                  <a:ext cx="164304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477" name="Google Shape;567;p18"/>
              <p:cNvSpPr/>
              <p:nvPr/>
            </p:nvSpPr>
            <p:spPr>
              <a:xfrm>
                <a:off x="290132" y="-2"/>
                <a:ext cx="100159" cy="1001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cubicBezTo>
                      <a:pt x="8424" y="8424"/>
                      <a:pt x="13157" y="13157"/>
                      <a:pt x="21600" y="2160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sp>
        <p:nvSpPr>
          <p:cNvPr id="480" name="Google Shape;568;p18"/>
          <p:cNvSpPr/>
          <p:nvPr/>
        </p:nvSpPr>
        <p:spPr>
          <a:xfrm rot="17942966" flipH="1">
            <a:off x="-1299957" y="-745655"/>
            <a:ext cx="2545975" cy="16278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499" name="Google Shape;569;p18"/>
          <p:cNvGrpSpPr/>
          <p:nvPr/>
        </p:nvGrpSpPr>
        <p:grpSpPr>
          <a:xfrm>
            <a:off x="8114964" y="266832"/>
            <a:ext cx="830004" cy="750901"/>
            <a:chOff x="-2" y="-2"/>
            <a:chExt cx="830003" cy="750899"/>
          </a:xfrm>
        </p:grpSpPr>
        <p:grpSp>
          <p:nvGrpSpPr>
            <p:cNvPr id="486" name="Google Shape;570;p18"/>
            <p:cNvGrpSpPr/>
            <p:nvPr/>
          </p:nvGrpSpPr>
          <p:grpSpPr>
            <a:xfrm>
              <a:off x="-3" y="-3"/>
              <a:ext cx="830005" cy="750901"/>
              <a:chOff x="-1" y="0"/>
              <a:chExt cx="830003" cy="750899"/>
            </a:xfrm>
          </p:grpSpPr>
          <p:sp>
            <p:nvSpPr>
              <p:cNvPr id="481" name="Google Shape;571;p18"/>
              <p:cNvSpPr/>
              <p:nvPr/>
            </p:nvSpPr>
            <p:spPr>
              <a:xfrm>
                <a:off x="-2" y="-1"/>
                <a:ext cx="830005" cy="75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17" y="0"/>
                    </a:moveTo>
                    <a:cubicBezTo>
                      <a:pt x="20936" y="0"/>
                      <a:pt x="21600" y="734"/>
                      <a:pt x="21600" y="1639"/>
                    </a:cubicBezTo>
                    <a:lnTo>
                      <a:pt x="21600" y="19961"/>
                    </a:lnTo>
                    <a:cubicBezTo>
                      <a:pt x="21600" y="20866"/>
                      <a:pt x="20936" y="21600"/>
                      <a:pt x="20117" y="21600"/>
                    </a:cubicBezTo>
                    <a:lnTo>
                      <a:pt x="1483" y="21600"/>
                    </a:lnTo>
                    <a:cubicBezTo>
                      <a:pt x="664" y="21600"/>
                      <a:pt x="0" y="20866"/>
                      <a:pt x="0" y="19961"/>
                    </a:cubicBezTo>
                    <a:lnTo>
                      <a:pt x="0" y="1639"/>
                    </a:lnTo>
                    <a:cubicBezTo>
                      <a:pt x="0" y="734"/>
                      <a:pt x="664" y="0"/>
                      <a:pt x="1483" y="0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85" name="Google Shape;572;p18"/>
              <p:cNvGrpSpPr/>
              <p:nvPr/>
            </p:nvGrpSpPr>
            <p:grpSpPr>
              <a:xfrm>
                <a:off x="540508" y="43219"/>
                <a:ext cx="228691" cy="57635"/>
                <a:chOff x="0" y="0"/>
                <a:chExt cx="228690" cy="57634"/>
              </a:xfrm>
            </p:grpSpPr>
            <p:sp>
              <p:nvSpPr>
                <p:cNvPr id="482" name="Google Shape;573;p18"/>
                <p:cNvSpPr/>
                <p:nvPr/>
              </p:nvSpPr>
              <p:spPr>
                <a:xfrm>
                  <a:off x="171052" y="-1"/>
                  <a:ext cx="57638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83" name="Google Shape;574;p18"/>
                <p:cNvSpPr/>
                <p:nvPr/>
              </p:nvSpPr>
              <p:spPr>
                <a:xfrm>
                  <a:off x="85526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84" name="Google Shape;575;p18"/>
                <p:cNvSpPr/>
                <p:nvPr/>
              </p:nvSpPr>
              <p:spPr>
                <a:xfrm>
                  <a:off x="-1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498" name="Google Shape;576;p18"/>
            <p:cNvGrpSpPr/>
            <p:nvPr/>
          </p:nvGrpSpPr>
          <p:grpSpPr>
            <a:xfrm>
              <a:off x="92263" y="228925"/>
              <a:ext cx="653142" cy="337323"/>
              <a:chOff x="-1" y="-2"/>
              <a:chExt cx="653141" cy="337321"/>
            </a:xfrm>
          </p:grpSpPr>
          <p:sp>
            <p:nvSpPr>
              <p:cNvPr id="487" name="Google Shape;577;p18"/>
              <p:cNvSpPr/>
              <p:nvPr/>
            </p:nvSpPr>
            <p:spPr>
              <a:xfrm>
                <a:off x="-2" y="12424"/>
                <a:ext cx="303241" cy="302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12" y="12822"/>
                    </a:moveTo>
                    <a:cubicBezTo>
                      <a:pt x="21534" y="12172"/>
                      <a:pt x="21600" y="11493"/>
                      <a:pt x="21600" y="10805"/>
                    </a:cubicBezTo>
                    <a:cubicBezTo>
                      <a:pt x="21600" y="10116"/>
                      <a:pt x="21534" y="9447"/>
                      <a:pt x="21412" y="8787"/>
                    </a:cubicBezTo>
                    <a:lnTo>
                      <a:pt x="17918" y="8787"/>
                    </a:lnTo>
                    <a:cubicBezTo>
                      <a:pt x="17758" y="8221"/>
                      <a:pt x="17542" y="7693"/>
                      <a:pt x="17259" y="7194"/>
                    </a:cubicBezTo>
                    <a:lnTo>
                      <a:pt x="19726" y="4723"/>
                    </a:lnTo>
                    <a:cubicBezTo>
                      <a:pt x="18964" y="3602"/>
                      <a:pt x="18003" y="2640"/>
                      <a:pt x="16883" y="1876"/>
                    </a:cubicBezTo>
                    <a:lnTo>
                      <a:pt x="14406" y="4356"/>
                    </a:lnTo>
                    <a:cubicBezTo>
                      <a:pt x="13907" y="4073"/>
                      <a:pt x="13371" y="3856"/>
                      <a:pt x="12815" y="3696"/>
                    </a:cubicBezTo>
                    <a:lnTo>
                      <a:pt x="12815" y="189"/>
                    </a:lnTo>
                    <a:cubicBezTo>
                      <a:pt x="12165" y="66"/>
                      <a:pt x="11487" y="0"/>
                      <a:pt x="10800" y="0"/>
                    </a:cubicBezTo>
                    <a:cubicBezTo>
                      <a:pt x="10113" y="0"/>
                      <a:pt x="9444" y="66"/>
                      <a:pt x="8785" y="189"/>
                    </a:cubicBezTo>
                    <a:lnTo>
                      <a:pt x="8785" y="3696"/>
                    </a:lnTo>
                    <a:cubicBezTo>
                      <a:pt x="8220" y="3856"/>
                      <a:pt x="7693" y="4073"/>
                      <a:pt x="7194" y="4356"/>
                    </a:cubicBezTo>
                    <a:lnTo>
                      <a:pt x="4717" y="1876"/>
                    </a:lnTo>
                    <a:cubicBezTo>
                      <a:pt x="3597" y="2640"/>
                      <a:pt x="2636" y="3611"/>
                      <a:pt x="1874" y="4723"/>
                    </a:cubicBezTo>
                    <a:lnTo>
                      <a:pt x="4341" y="7194"/>
                    </a:lnTo>
                    <a:cubicBezTo>
                      <a:pt x="4058" y="7693"/>
                      <a:pt x="3842" y="8231"/>
                      <a:pt x="3682" y="8787"/>
                    </a:cubicBezTo>
                    <a:lnTo>
                      <a:pt x="188" y="8787"/>
                    </a:lnTo>
                    <a:cubicBezTo>
                      <a:pt x="66" y="9438"/>
                      <a:pt x="0" y="10116"/>
                      <a:pt x="0" y="10805"/>
                    </a:cubicBezTo>
                    <a:cubicBezTo>
                      <a:pt x="0" y="11493"/>
                      <a:pt x="66" y="12162"/>
                      <a:pt x="188" y="12822"/>
                    </a:cubicBezTo>
                    <a:lnTo>
                      <a:pt x="3682" y="12822"/>
                    </a:lnTo>
                    <a:cubicBezTo>
                      <a:pt x="3842" y="13388"/>
                      <a:pt x="4058" y="13916"/>
                      <a:pt x="4341" y="14416"/>
                    </a:cubicBezTo>
                    <a:lnTo>
                      <a:pt x="1874" y="16886"/>
                    </a:lnTo>
                    <a:cubicBezTo>
                      <a:pt x="2636" y="18008"/>
                      <a:pt x="3597" y="18970"/>
                      <a:pt x="4717" y="19733"/>
                    </a:cubicBezTo>
                    <a:lnTo>
                      <a:pt x="7194" y="17254"/>
                    </a:lnTo>
                    <a:cubicBezTo>
                      <a:pt x="7693" y="17536"/>
                      <a:pt x="8229" y="17753"/>
                      <a:pt x="8785" y="17914"/>
                    </a:cubicBezTo>
                    <a:lnTo>
                      <a:pt x="8785" y="21411"/>
                    </a:lnTo>
                    <a:cubicBezTo>
                      <a:pt x="9435" y="21534"/>
                      <a:pt x="10113" y="21600"/>
                      <a:pt x="10800" y="21600"/>
                    </a:cubicBezTo>
                    <a:cubicBezTo>
                      <a:pt x="11487" y="21600"/>
                      <a:pt x="12156" y="21534"/>
                      <a:pt x="12815" y="21411"/>
                    </a:cubicBezTo>
                    <a:lnTo>
                      <a:pt x="12815" y="17914"/>
                    </a:lnTo>
                    <a:cubicBezTo>
                      <a:pt x="13380" y="17753"/>
                      <a:pt x="13907" y="17527"/>
                      <a:pt x="14406" y="17254"/>
                    </a:cubicBezTo>
                    <a:lnTo>
                      <a:pt x="16883" y="19733"/>
                    </a:lnTo>
                    <a:cubicBezTo>
                      <a:pt x="18003" y="18970"/>
                      <a:pt x="18964" y="18008"/>
                      <a:pt x="19726" y="16886"/>
                    </a:cubicBezTo>
                    <a:lnTo>
                      <a:pt x="17259" y="14406"/>
                    </a:lnTo>
                    <a:cubicBezTo>
                      <a:pt x="17542" y="13907"/>
                      <a:pt x="17758" y="13369"/>
                      <a:pt x="17918" y="12813"/>
                    </a:cubicBezTo>
                    <a:lnTo>
                      <a:pt x="21412" y="12813"/>
                    </a:lnTo>
                    <a:close/>
                    <a:moveTo>
                      <a:pt x="10800" y="12992"/>
                    </a:moveTo>
                    <a:cubicBezTo>
                      <a:pt x="9595" y="12992"/>
                      <a:pt x="8625" y="12012"/>
                      <a:pt x="8625" y="10814"/>
                    </a:cubicBezTo>
                    <a:cubicBezTo>
                      <a:pt x="8625" y="9617"/>
                      <a:pt x="9604" y="8636"/>
                      <a:pt x="10800" y="8636"/>
                    </a:cubicBezTo>
                    <a:cubicBezTo>
                      <a:pt x="11996" y="8636"/>
                      <a:pt x="12975" y="9617"/>
                      <a:pt x="12975" y="10814"/>
                    </a:cubicBezTo>
                    <a:cubicBezTo>
                      <a:pt x="12975" y="12012"/>
                      <a:pt x="11996" y="12992"/>
                      <a:pt x="10800" y="129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97" name="Google Shape;578;p18"/>
              <p:cNvGrpSpPr/>
              <p:nvPr/>
            </p:nvGrpSpPr>
            <p:grpSpPr>
              <a:xfrm>
                <a:off x="356242" y="-3"/>
                <a:ext cx="296899" cy="337323"/>
                <a:chOff x="0" y="0"/>
                <a:chExt cx="296898" cy="337321"/>
              </a:xfrm>
            </p:grpSpPr>
            <p:grpSp>
              <p:nvGrpSpPr>
                <p:cNvPr id="490" name="Google Shape;579;p18"/>
                <p:cNvGrpSpPr/>
                <p:nvPr/>
              </p:nvGrpSpPr>
              <p:grpSpPr>
                <a:xfrm>
                  <a:off x="0" y="209236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488" name="Google Shape;580;p18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89" name="Google Shape;581;p18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93" name="Google Shape;582;p18"/>
                <p:cNvGrpSpPr/>
                <p:nvPr/>
              </p:nvGrpSpPr>
              <p:grpSpPr>
                <a:xfrm>
                  <a:off x="0" y="104683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491" name="Google Shape;583;p18"/>
                  <p:cNvSpPr/>
                  <p:nvPr/>
                </p:nvSpPr>
                <p:spPr>
                  <a:xfrm>
                    <a:off x="0" y="26963"/>
                    <a:ext cx="296899" cy="10112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92" name="Google Shape;584;p18"/>
                  <p:cNvSpPr/>
                  <p:nvPr/>
                </p:nvSpPr>
                <p:spPr>
                  <a:xfrm>
                    <a:off x="1" y="-1"/>
                    <a:ext cx="296897" cy="53933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96" name="Google Shape;585;p18"/>
                <p:cNvGrpSpPr/>
                <p:nvPr/>
              </p:nvGrpSpPr>
              <p:grpSpPr>
                <a:xfrm>
                  <a:off x="0" y="-1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494" name="Google Shape;586;p18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495" name="Google Shape;587;p18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5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89;p19"/>
          <p:cNvSpPr/>
          <p:nvPr/>
        </p:nvSpPr>
        <p:spPr>
          <a:xfrm rot="9076707" flipH="1">
            <a:off x="8041730" y="-579560"/>
            <a:ext cx="1519345" cy="1672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grpSp>
        <p:nvGrpSpPr>
          <p:cNvPr id="514" name="Google Shape;591;p19"/>
          <p:cNvGrpSpPr/>
          <p:nvPr/>
        </p:nvGrpSpPr>
        <p:grpSpPr>
          <a:xfrm>
            <a:off x="683047" y="4696518"/>
            <a:ext cx="325933" cy="404814"/>
            <a:chOff x="0" y="-1"/>
            <a:chExt cx="325931" cy="404813"/>
          </a:xfrm>
        </p:grpSpPr>
        <p:sp>
          <p:nvSpPr>
            <p:cNvPr id="509" name="Google Shape;592;p19"/>
            <p:cNvSpPr/>
            <p:nvPr/>
          </p:nvSpPr>
          <p:spPr>
            <a:xfrm flipH="1">
              <a:off x="-1" y="-2"/>
              <a:ext cx="325933" cy="404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65" y="0"/>
                  </a:moveTo>
                  <a:cubicBezTo>
                    <a:pt x="20689" y="0"/>
                    <a:pt x="21600" y="734"/>
                    <a:pt x="21600" y="1639"/>
                  </a:cubicBezTo>
                  <a:lnTo>
                    <a:pt x="21600" y="19961"/>
                  </a:lnTo>
                  <a:cubicBezTo>
                    <a:pt x="21600" y="20866"/>
                    <a:pt x="20689" y="21600"/>
                    <a:pt x="19565" y="21600"/>
                  </a:cubicBezTo>
                  <a:lnTo>
                    <a:pt x="2035" y="21600"/>
                  </a:lnTo>
                  <a:cubicBezTo>
                    <a:pt x="911" y="21600"/>
                    <a:pt x="0" y="20866"/>
                    <a:pt x="0" y="19961"/>
                  </a:cubicBezTo>
                  <a:lnTo>
                    <a:pt x="0" y="1639"/>
                  </a:lnTo>
                  <a:cubicBezTo>
                    <a:pt x="0" y="734"/>
                    <a:pt x="911" y="0"/>
                    <a:pt x="2035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513" name="Google Shape;593;p19"/>
            <p:cNvGrpSpPr/>
            <p:nvPr/>
          </p:nvGrpSpPr>
          <p:grpSpPr>
            <a:xfrm>
              <a:off x="32849" y="23300"/>
              <a:ext cx="123279" cy="31073"/>
              <a:chOff x="0" y="0"/>
              <a:chExt cx="123278" cy="31072"/>
            </a:xfrm>
          </p:grpSpPr>
          <p:sp>
            <p:nvSpPr>
              <p:cNvPr id="510" name="Google Shape;594;p19"/>
              <p:cNvSpPr/>
              <p:nvPr/>
            </p:nvSpPr>
            <p:spPr>
              <a:xfrm flipH="1">
                <a:off x="0" y="-1"/>
                <a:ext cx="31070" cy="310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5"/>
                      <a:pt x="16745" y="21600"/>
                      <a:pt x="10800" y="21600"/>
                    </a:cubicBezTo>
                    <a:cubicBezTo>
                      <a:pt x="4855" y="21600"/>
                      <a:pt x="0" y="16745"/>
                      <a:pt x="0" y="10800"/>
                    </a:cubicBezTo>
                    <a:cubicBezTo>
                      <a:pt x="0" y="4855"/>
                      <a:pt x="4855" y="0"/>
                      <a:pt x="10800" y="0"/>
                    </a:cubicBezTo>
                    <a:cubicBezTo>
                      <a:pt x="16745" y="0"/>
                      <a:pt x="21600" y="4855"/>
                      <a:pt x="21600" y="10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11" name="Google Shape;595;p19"/>
              <p:cNvSpPr/>
              <p:nvPr/>
            </p:nvSpPr>
            <p:spPr>
              <a:xfrm flipH="1">
                <a:off x="46102" y="-1"/>
                <a:ext cx="31073" cy="310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5"/>
                      <a:pt x="16745" y="21600"/>
                      <a:pt x="10800" y="21600"/>
                    </a:cubicBezTo>
                    <a:cubicBezTo>
                      <a:pt x="4855" y="21600"/>
                      <a:pt x="0" y="16745"/>
                      <a:pt x="0" y="10800"/>
                    </a:cubicBezTo>
                    <a:cubicBezTo>
                      <a:pt x="0" y="4855"/>
                      <a:pt x="4855" y="0"/>
                      <a:pt x="10800" y="0"/>
                    </a:cubicBezTo>
                    <a:cubicBezTo>
                      <a:pt x="16745" y="0"/>
                      <a:pt x="21600" y="4855"/>
                      <a:pt x="2160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12" name="Google Shape;596;p19"/>
              <p:cNvSpPr/>
              <p:nvPr/>
            </p:nvSpPr>
            <p:spPr>
              <a:xfrm flipH="1">
                <a:off x="92207" y="-1"/>
                <a:ext cx="31072" cy="310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5"/>
                      <a:pt x="16745" y="21600"/>
                      <a:pt x="10800" y="21600"/>
                    </a:cubicBezTo>
                    <a:cubicBezTo>
                      <a:pt x="4855" y="21600"/>
                      <a:pt x="0" y="16745"/>
                      <a:pt x="0" y="10800"/>
                    </a:cubicBezTo>
                    <a:cubicBezTo>
                      <a:pt x="0" y="4855"/>
                      <a:pt x="4855" y="0"/>
                      <a:pt x="10800" y="0"/>
                    </a:cubicBezTo>
                    <a:cubicBezTo>
                      <a:pt x="16745" y="0"/>
                      <a:pt x="21600" y="4855"/>
                      <a:pt x="21600" y="10800"/>
                    </a:cubicBezTo>
                    <a:close/>
                  </a:path>
                </a:pathLst>
              </a:custGeom>
              <a:solidFill>
                <a:srgbClr val="BA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grpSp>
        <p:nvGrpSpPr>
          <p:cNvPr id="517" name="Google Shape;597;p19"/>
          <p:cNvGrpSpPr/>
          <p:nvPr/>
        </p:nvGrpSpPr>
        <p:grpSpPr>
          <a:xfrm>
            <a:off x="713901" y="4774546"/>
            <a:ext cx="268642" cy="280970"/>
            <a:chOff x="0" y="0"/>
            <a:chExt cx="268641" cy="280969"/>
          </a:xfrm>
        </p:grpSpPr>
        <p:sp>
          <p:nvSpPr>
            <p:cNvPr id="515" name="Google Shape;598;p19"/>
            <p:cNvSpPr/>
            <p:nvPr/>
          </p:nvSpPr>
          <p:spPr>
            <a:xfrm flipH="1">
              <a:off x="1210" y="158832"/>
              <a:ext cx="267432" cy="122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29" y="9653"/>
                  </a:moveTo>
                  <a:lnTo>
                    <a:pt x="0" y="9653"/>
                  </a:lnTo>
                  <a:lnTo>
                    <a:pt x="0" y="11947"/>
                  </a:lnTo>
                  <a:lnTo>
                    <a:pt x="2429" y="11947"/>
                  </a:lnTo>
                  <a:lnTo>
                    <a:pt x="2429" y="9653"/>
                  </a:lnTo>
                  <a:close/>
                  <a:moveTo>
                    <a:pt x="11188" y="16773"/>
                  </a:moveTo>
                  <a:lnTo>
                    <a:pt x="17819" y="16773"/>
                  </a:lnTo>
                  <a:lnTo>
                    <a:pt x="17819" y="14467"/>
                  </a:lnTo>
                  <a:lnTo>
                    <a:pt x="11188" y="14467"/>
                  </a:lnTo>
                  <a:lnTo>
                    <a:pt x="11188" y="16773"/>
                  </a:lnTo>
                  <a:close/>
                  <a:moveTo>
                    <a:pt x="17819" y="0"/>
                  </a:moveTo>
                  <a:lnTo>
                    <a:pt x="2314" y="0"/>
                  </a:lnTo>
                  <a:lnTo>
                    <a:pt x="2314" y="2294"/>
                  </a:lnTo>
                  <a:lnTo>
                    <a:pt x="17819" y="2294"/>
                  </a:lnTo>
                  <a:lnTo>
                    <a:pt x="17819" y="0"/>
                  </a:lnTo>
                  <a:close/>
                  <a:moveTo>
                    <a:pt x="0" y="21600"/>
                  </a:moveTo>
                  <a:lnTo>
                    <a:pt x="6020" y="21600"/>
                  </a:lnTo>
                  <a:lnTo>
                    <a:pt x="6020" y="19294"/>
                  </a:lnTo>
                  <a:lnTo>
                    <a:pt x="0" y="19294"/>
                  </a:lnTo>
                  <a:lnTo>
                    <a:pt x="0" y="21600"/>
                  </a:lnTo>
                  <a:close/>
                  <a:moveTo>
                    <a:pt x="4627" y="4827"/>
                  </a:moveTo>
                  <a:lnTo>
                    <a:pt x="0" y="4827"/>
                  </a:lnTo>
                  <a:lnTo>
                    <a:pt x="0" y="7120"/>
                  </a:lnTo>
                  <a:lnTo>
                    <a:pt x="4627" y="7120"/>
                  </a:lnTo>
                  <a:lnTo>
                    <a:pt x="4627" y="4827"/>
                  </a:lnTo>
                  <a:close/>
                  <a:moveTo>
                    <a:pt x="3171" y="11947"/>
                  </a:moveTo>
                  <a:lnTo>
                    <a:pt x="12558" y="11947"/>
                  </a:lnTo>
                  <a:lnTo>
                    <a:pt x="12558" y="9653"/>
                  </a:lnTo>
                  <a:lnTo>
                    <a:pt x="3171" y="9653"/>
                  </a:lnTo>
                  <a:lnTo>
                    <a:pt x="3171" y="11947"/>
                  </a:lnTo>
                  <a:close/>
                  <a:moveTo>
                    <a:pt x="9934" y="14467"/>
                  </a:moveTo>
                  <a:lnTo>
                    <a:pt x="0" y="14467"/>
                  </a:lnTo>
                  <a:lnTo>
                    <a:pt x="0" y="16773"/>
                  </a:lnTo>
                  <a:lnTo>
                    <a:pt x="9934" y="16773"/>
                  </a:lnTo>
                  <a:lnTo>
                    <a:pt x="9934" y="14467"/>
                  </a:lnTo>
                  <a:close/>
                  <a:moveTo>
                    <a:pt x="13306" y="11947"/>
                  </a:moveTo>
                  <a:lnTo>
                    <a:pt x="21594" y="11947"/>
                  </a:lnTo>
                  <a:lnTo>
                    <a:pt x="21594" y="9653"/>
                  </a:lnTo>
                  <a:lnTo>
                    <a:pt x="13306" y="9653"/>
                  </a:lnTo>
                  <a:lnTo>
                    <a:pt x="13306" y="11947"/>
                  </a:lnTo>
                  <a:close/>
                  <a:moveTo>
                    <a:pt x="5888" y="7120"/>
                  </a:moveTo>
                  <a:lnTo>
                    <a:pt x="21600" y="7120"/>
                  </a:lnTo>
                  <a:lnTo>
                    <a:pt x="21600" y="4827"/>
                  </a:lnTo>
                  <a:lnTo>
                    <a:pt x="5888" y="4827"/>
                  </a:lnTo>
                  <a:lnTo>
                    <a:pt x="5888" y="7120"/>
                  </a:lnTo>
                  <a:close/>
                  <a:moveTo>
                    <a:pt x="18452" y="0"/>
                  </a:moveTo>
                  <a:lnTo>
                    <a:pt x="18452" y="2294"/>
                  </a:lnTo>
                  <a:lnTo>
                    <a:pt x="21594" y="2294"/>
                  </a:lnTo>
                  <a:lnTo>
                    <a:pt x="21594" y="0"/>
                  </a:lnTo>
                  <a:lnTo>
                    <a:pt x="18452" y="0"/>
                  </a:lnTo>
                  <a:close/>
                  <a:moveTo>
                    <a:pt x="19073" y="16773"/>
                  </a:moveTo>
                  <a:lnTo>
                    <a:pt x="21594" y="16773"/>
                  </a:lnTo>
                  <a:lnTo>
                    <a:pt x="21594" y="14467"/>
                  </a:lnTo>
                  <a:lnTo>
                    <a:pt x="19073" y="14467"/>
                  </a:lnTo>
                  <a:lnTo>
                    <a:pt x="19073" y="16773"/>
                  </a:lnTo>
                  <a:close/>
                  <a:moveTo>
                    <a:pt x="7275" y="21600"/>
                  </a:moveTo>
                  <a:lnTo>
                    <a:pt x="13473" y="21600"/>
                  </a:lnTo>
                  <a:lnTo>
                    <a:pt x="13473" y="19294"/>
                  </a:lnTo>
                  <a:lnTo>
                    <a:pt x="7275" y="19294"/>
                  </a:lnTo>
                  <a:lnTo>
                    <a:pt x="7275" y="21600"/>
                  </a:lnTo>
                  <a:close/>
                  <a:moveTo>
                    <a:pt x="14222" y="21600"/>
                  </a:moveTo>
                  <a:lnTo>
                    <a:pt x="18947" y="21600"/>
                  </a:lnTo>
                  <a:lnTo>
                    <a:pt x="18947" y="19294"/>
                  </a:lnTo>
                  <a:lnTo>
                    <a:pt x="14222" y="19294"/>
                  </a:lnTo>
                  <a:lnTo>
                    <a:pt x="14222" y="21600"/>
                  </a:lnTo>
                  <a:close/>
                </a:path>
              </a:pathLst>
            </a:custGeom>
            <a:solidFill>
              <a:srgbClr val="D9DDE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516" name="Google Shape;599;p19"/>
            <p:cNvSpPr/>
            <p:nvPr/>
          </p:nvSpPr>
          <p:spPr>
            <a:xfrm flipH="1">
              <a:off x="0" y="-1"/>
              <a:ext cx="264794" cy="134749"/>
            </a:xfrm>
            <a:prstGeom prst="rect">
              <a:avLst/>
            </a:prstGeom>
            <a:solidFill>
              <a:srgbClr val="D9DDE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522" name="Google Shape;600;p19"/>
          <p:cNvGrpSpPr/>
          <p:nvPr/>
        </p:nvGrpSpPr>
        <p:grpSpPr>
          <a:xfrm>
            <a:off x="96196" y="4469343"/>
            <a:ext cx="355450" cy="644083"/>
            <a:chOff x="-1" y="-2"/>
            <a:chExt cx="355449" cy="644082"/>
          </a:xfrm>
        </p:grpSpPr>
        <p:grpSp>
          <p:nvGrpSpPr>
            <p:cNvPr id="520" name="Google Shape;601;p19"/>
            <p:cNvGrpSpPr/>
            <p:nvPr/>
          </p:nvGrpSpPr>
          <p:grpSpPr>
            <a:xfrm>
              <a:off x="-2" y="-3"/>
              <a:ext cx="355450" cy="644083"/>
              <a:chOff x="0" y="-1"/>
              <a:chExt cx="355449" cy="644082"/>
            </a:xfrm>
          </p:grpSpPr>
          <p:sp>
            <p:nvSpPr>
              <p:cNvPr id="518" name="Google Shape;602;p19"/>
              <p:cNvSpPr/>
              <p:nvPr/>
            </p:nvSpPr>
            <p:spPr>
              <a:xfrm flipH="1">
                <a:off x="-1" y="-2"/>
                <a:ext cx="355450" cy="6440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978" y="0"/>
                    </a:moveTo>
                    <a:cubicBezTo>
                      <a:pt x="20874" y="0"/>
                      <a:pt x="21600" y="401"/>
                      <a:pt x="21600" y="895"/>
                    </a:cubicBezTo>
                    <a:lnTo>
                      <a:pt x="21600" y="20705"/>
                    </a:lnTo>
                    <a:cubicBezTo>
                      <a:pt x="21600" y="21199"/>
                      <a:pt x="20874" y="21600"/>
                      <a:pt x="19978" y="21600"/>
                    </a:cubicBezTo>
                    <a:lnTo>
                      <a:pt x="1622" y="21600"/>
                    </a:lnTo>
                    <a:cubicBezTo>
                      <a:pt x="726" y="21600"/>
                      <a:pt x="0" y="21199"/>
                      <a:pt x="0" y="20705"/>
                    </a:cubicBezTo>
                    <a:lnTo>
                      <a:pt x="0" y="895"/>
                    </a:lnTo>
                    <a:cubicBezTo>
                      <a:pt x="0" y="401"/>
                      <a:pt x="726" y="0"/>
                      <a:pt x="16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19" name="Google Shape;603;p19"/>
              <p:cNvSpPr/>
              <p:nvPr/>
            </p:nvSpPr>
            <p:spPr>
              <a:xfrm flipH="1">
                <a:off x="15607" y="32869"/>
                <a:ext cx="324379" cy="52814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521" name="Google Shape;604;p19"/>
            <p:cNvSpPr/>
            <p:nvPr/>
          </p:nvSpPr>
          <p:spPr>
            <a:xfrm flipH="1">
              <a:off x="31215" y="595885"/>
              <a:ext cx="293234" cy="24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95" y="0"/>
                  </a:moveTo>
                  <a:lnTo>
                    <a:pt x="895" y="0"/>
                  </a:lnTo>
                  <a:cubicBezTo>
                    <a:pt x="403" y="0"/>
                    <a:pt x="0" y="4857"/>
                    <a:pt x="0" y="10800"/>
                  </a:cubicBezTo>
                  <a:cubicBezTo>
                    <a:pt x="0" y="16743"/>
                    <a:pt x="403" y="21600"/>
                    <a:pt x="895" y="21600"/>
                  </a:cubicBezTo>
                  <a:lnTo>
                    <a:pt x="4895" y="21600"/>
                  </a:lnTo>
                  <a:cubicBezTo>
                    <a:pt x="5388" y="21600"/>
                    <a:pt x="5791" y="16743"/>
                    <a:pt x="5791" y="10800"/>
                  </a:cubicBezTo>
                  <a:cubicBezTo>
                    <a:pt x="5791" y="4857"/>
                    <a:pt x="5388" y="0"/>
                    <a:pt x="4895" y="0"/>
                  </a:cubicBezTo>
                  <a:close/>
                  <a:moveTo>
                    <a:pt x="12800" y="0"/>
                  </a:moveTo>
                  <a:lnTo>
                    <a:pt x="8800" y="0"/>
                  </a:lnTo>
                  <a:cubicBezTo>
                    <a:pt x="8307" y="0"/>
                    <a:pt x="7905" y="4857"/>
                    <a:pt x="7905" y="10800"/>
                  </a:cubicBezTo>
                  <a:cubicBezTo>
                    <a:pt x="7905" y="16743"/>
                    <a:pt x="8307" y="21600"/>
                    <a:pt x="8800" y="21600"/>
                  </a:cubicBezTo>
                  <a:lnTo>
                    <a:pt x="12800" y="21600"/>
                  </a:lnTo>
                  <a:cubicBezTo>
                    <a:pt x="13293" y="21600"/>
                    <a:pt x="13695" y="16743"/>
                    <a:pt x="13695" y="10800"/>
                  </a:cubicBezTo>
                  <a:cubicBezTo>
                    <a:pt x="13695" y="4857"/>
                    <a:pt x="13293" y="0"/>
                    <a:pt x="12800" y="0"/>
                  </a:cubicBezTo>
                  <a:close/>
                  <a:moveTo>
                    <a:pt x="20705" y="0"/>
                  </a:moveTo>
                  <a:lnTo>
                    <a:pt x="16705" y="0"/>
                  </a:lnTo>
                  <a:cubicBezTo>
                    <a:pt x="16212" y="0"/>
                    <a:pt x="15809" y="4857"/>
                    <a:pt x="15809" y="10800"/>
                  </a:cubicBezTo>
                  <a:cubicBezTo>
                    <a:pt x="15809" y="16743"/>
                    <a:pt x="16212" y="21600"/>
                    <a:pt x="16705" y="21600"/>
                  </a:cubicBezTo>
                  <a:lnTo>
                    <a:pt x="20705" y="21600"/>
                  </a:lnTo>
                  <a:cubicBezTo>
                    <a:pt x="21197" y="21600"/>
                    <a:pt x="21600" y="16743"/>
                    <a:pt x="21600" y="10800"/>
                  </a:cubicBezTo>
                  <a:cubicBezTo>
                    <a:pt x="21600" y="4857"/>
                    <a:pt x="21197" y="0"/>
                    <a:pt x="20705" y="0"/>
                  </a:cubicBezTo>
                  <a:close/>
                </a:path>
              </a:pathLst>
            </a:custGeom>
            <a:solidFill>
              <a:srgbClr val="F3F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538" name="Google Shape;605;p19"/>
          <p:cNvGrpSpPr/>
          <p:nvPr/>
        </p:nvGrpSpPr>
        <p:grpSpPr>
          <a:xfrm>
            <a:off x="7975988" y="116163"/>
            <a:ext cx="1061985" cy="559007"/>
            <a:chOff x="0" y="0"/>
            <a:chExt cx="1061984" cy="559005"/>
          </a:xfrm>
        </p:grpSpPr>
        <p:sp>
          <p:nvSpPr>
            <p:cNvPr id="523" name="Google Shape;606;p19"/>
            <p:cNvSpPr/>
            <p:nvPr/>
          </p:nvSpPr>
          <p:spPr>
            <a:xfrm>
              <a:off x="-1" y="-1"/>
              <a:ext cx="1061986" cy="559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63" y="11198"/>
                  </a:moveTo>
                  <a:cubicBezTo>
                    <a:pt x="18658" y="11198"/>
                    <a:pt x="18459" y="11241"/>
                    <a:pt x="18267" y="11322"/>
                  </a:cubicBezTo>
                  <a:cubicBezTo>
                    <a:pt x="17937" y="7277"/>
                    <a:pt x="16175" y="4134"/>
                    <a:pt x="13996" y="3815"/>
                  </a:cubicBezTo>
                  <a:cubicBezTo>
                    <a:pt x="12952" y="1483"/>
                    <a:pt x="11399" y="0"/>
                    <a:pt x="9661" y="0"/>
                  </a:cubicBezTo>
                  <a:cubicBezTo>
                    <a:pt x="6820" y="0"/>
                    <a:pt x="4465" y="3961"/>
                    <a:pt x="4043" y="9135"/>
                  </a:cubicBezTo>
                  <a:cubicBezTo>
                    <a:pt x="3809" y="9036"/>
                    <a:pt x="3568" y="8984"/>
                    <a:pt x="3320" y="8984"/>
                  </a:cubicBezTo>
                  <a:cubicBezTo>
                    <a:pt x="1487" y="8984"/>
                    <a:pt x="0" y="11808"/>
                    <a:pt x="0" y="15292"/>
                  </a:cubicBezTo>
                  <a:cubicBezTo>
                    <a:pt x="0" y="18776"/>
                    <a:pt x="1487" y="21600"/>
                    <a:pt x="3320" y="21600"/>
                  </a:cubicBezTo>
                  <a:lnTo>
                    <a:pt x="18861" y="21600"/>
                  </a:lnTo>
                  <a:cubicBezTo>
                    <a:pt x="20374" y="21600"/>
                    <a:pt x="21600" y="19271"/>
                    <a:pt x="21600" y="16397"/>
                  </a:cubicBezTo>
                  <a:cubicBezTo>
                    <a:pt x="21600" y="13524"/>
                    <a:pt x="20374" y="11195"/>
                    <a:pt x="18861" y="11195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537" name="Google Shape;607;p19"/>
            <p:cNvGrpSpPr/>
            <p:nvPr/>
          </p:nvGrpSpPr>
          <p:grpSpPr>
            <a:xfrm>
              <a:off x="349903" y="166774"/>
              <a:ext cx="281473" cy="319787"/>
              <a:chOff x="-3" y="-3"/>
              <a:chExt cx="281471" cy="319786"/>
            </a:xfrm>
          </p:grpSpPr>
          <p:grpSp>
            <p:nvGrpSpPr>
              <p:cNvPr id="533" name="Google Shape;608;p19"/>
              <p:cNvGrpSpPr/>
              <p:nvPr/>
            </p:nvGrpSpPr>
            <p:grpSpPr>
              <a:xfrm>
                <a:off x="-4" y="-4"/>
                <a:ext cx="281473" cy="319788"/>
                <a:chOff x="-2" y="-1"/>
                <a:chExt cx="281471" cy="319786"/>
              </a:xfrm>
            </p:grpSpPr>
            <p:grpSp>
              <p:nvGrpSpPr>
                <p:cNvPr id="526" name="Google Shape;609;p19"/>
                <p:cNvGrpSpPr/>
                <p:nvPr/>
              </p:nvGrpSpPr>
              <p:grpSpPr>
                <a:xfrm>
                  <a:off x="-3" y="198357"/>
                  <a:ext cx="281395" cy="121428"/>
                  <a:chOff x="-1" y="-1"/>
                  <a:chExt cx="281393" cy="121426"/>
                </a:xfrm>
              </p:grpSpPr>
              <p:sp>
                <p:nvSpPr>
                  <p:cNvPr id="524" name="Google Shape;610;p19"/>
                  <p:cNvSpPr/>
                  <p:nvPr/>
                </p:nvSpPr>
                <p:spPr>
                  <a:xfrm>
                    <a:off x="-2" y="25565"/>
                    <a:ext cx="281395" cy="9586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25" name="Google Shape;611;p19"/>
                  <p:cNvSpPr/>
                  <p:nvPr/>
                </p:nvSpPr>
                <p:spPr>
                  <a:xfrm>
                    <a:off x="79" y="-2"/>
                    <a:ext cx="281312" cy="51139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9" name="Google Shape;612;p19"/>
                <p:cNvGrpSpPr/>
                <p:nvPr/>
              </p:nvGrpSpPr>
              <p:grpSpPr>
                <a:xfrm>
                  <a:off x="-3" y="99138"/>
                  <a:ext cx="281395" cy="121425"/>
                  <a:chOff x="-1" y="-1"/>
                  <a:chExt cx="281393" cy="121424"/>
                </a:xfrm>
              </p:grpSpPr>
              <p:sp>
                <p:nvSpPr>
                  <p:cNvPr id="527" name="Google Shape;613;p19"/>
                  <p:cNvSpPr/>
                  <p:nvPr/>
                </p:nvSpPr>
                <p:spPr>
                  <a:xfrm>
                    <a:off x="-2" y="25565"/>
                    <a:ext cx="281395" cy="9585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28" name="Google Shape;614;p19"/>
                  <p:cNvSpPr/>
                  <p:nvPr/>
                </p:nvSpPr>
                <p:spPr>
                  <a:xfrm>
                    <a:off x="79" y="-2"/>
                    <a:ext cx="281312" cy="51137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32" name="Google Shape;615;p19"/>
                <p:cNvGrpSpPr/>
                <p:nvPr/>
              </p:nvGrpSpPr>
              <p:grpSpPr>
                <a:xfrm>
                  <a:off x="-3" y="-2"/>
                  <a:ext cx="281473" cy="121426"/>
                  <a:chOff x="-1" y="0"/>
                  <a:chExt cx="281471" cy="121425"/>
                </a:xfrm>
              </p:grpSpPr>
              <p:sp>
                <p:nvSpPr>
                  <p:cNvPr id="530" name="Google Shape;616;p19"/>
                  <p:cNvSpPr/>
                  <p:nvPr/>
                </p:nvSpPr>
                <p:spPr>
                  <a:xfrm>
                    <a:off x="-2" y="25565"/>
                    <a:ext cx="281394" cy="958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31" name="Google Shape;617;p19"/>
                  <p:cNvSpPr/>
                  <p:nvPr/>
                </p:nvSpPr>
                <p:spPr>
                  <a:xfrm>
                    <a:off x="158" y="-1"/>
                    <a:ext cx="281313" cy="51139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sp>
            <p:nvSpPr>
              <p:cNvPr id="534" name="Google Shape;618;p19"/>
              <p:cNvSpPr/>
              <p:nvPr/>
            </p:nvSpPr>
            <p:spPr>
              <a:xfrm>
                <a:off x="213984" y="63074"/>
                <a:ext cx="32060" cy="320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35" name="Google Shape;619;p19"/>
              <p:cNvSpPr/>
              <p:nvPr/>
            </p:nvSpPr>
            <p:spPr>
              <a:xfrm>
                <a:off x="213984" y="160451"/>
                <a:ext cx="32060" cy="320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36" name="Google Shape;620;p19"/>
              <p:cNvSpPr/>
              <p:nvPr/>
            </p:nvSpPr>
            <p:spPr>
              <a:xfrm>
                <a:off x="213984" y="262153"/>
                <a:ext cx="32060" cy="320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grpSp>
        <p:nvGrpSpPr>
          <p:cNvPr id="542" name="Google Shape;621;p19"/>
          <p:cNvGrpSpPr/>
          <p:nvPr/>
        </p:nvGrpSpPr>
        <p:grpSpPr>
          <a:xfrm>
            <a:off x="456988" y="4797580"/>
            <a:ext cx="218296" cy="16337"/>
            <a:chOff x="-1" y="0"/>
            <a:chExt cx="218294" cy="16336"/>
          </a:xfrm>
        </p:grpSpPr>
        <p:sp>
          <p:nvSpPr>
            <p:cNvPr id="539" name="Google Shape;622;p19"/>
            <p:cNvSpPr/>
            <p:nvPr/>
          </p:nvSpPr>
          <p:spPr>
            <a:xfrm>
              <a:off x="8361" y="8802"/>
              <a:ext cx="202778" cy="3"/>
            </a:xfrm>
            <a:prstGeom prst="line">
              <a:avLst/>
            </a:prstGeom>
            <a:noFill/>
            <a:ln w="10950" cap="flat">
              <a:solidFill>
                <a:schemeClr val="accent4"/>
              </a:solidFill>
              <a:prstDash val="dashDot"/>
              <a:miter lim="8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chemeClr val="accent4"/>
                  </a:solidFill>
                </a:defRPr>
              </a:pPr>
              <a:endParaRPr/>
            </a:p>
          </p:txBody>
        </p:sp>
        <p:sp>
          <p:nvSpPr>
            <p:cNvPr id="540" name="Google Shape;623;p19"/>
            <p:cNvSpPr/>
            <p:nvPr/>
          </p:nvSpPr>
          <p:spPr>
            <a:xfrm rot="5400000" flipH="1">
              <a:off x="-1" y="-2"/>
              <a:ext cx="16337" cy="16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81"/>
                    <a:pt x="16782" y="21600"/>
                    <a:pt x="10800" y="21600"/>
                  </a:cubicBezTo>
                  <a:cubicBezTo>
                    <a:pt x="4818" y="21600"/>
                    <a:pt x="0" y="16781"/>
                    <a:pt x="0" y="10800"/>
                  </a:cubicBezTo>
                  <a:cubicBezTo>
                    <a:pt x="0" y="4818"/>
                    <a:pt x="4818" y="0"/>
                    <a:pt x="10800" y="0"/>
                  </a:cubicBezTo>
                  <a:cubicBezTo>
                    <a:pt x="16782" y="0"/>
                    <a:pt x="21600" y="4818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541" name="Google Shape;624;p19"/>
            <p:cNvSpPr/>
            <p:nvPr/>
          </p:nvSpPr>
          <p:spPr>
            <a:xfrm rot="5400000" flipH="1">
              <a:off x="201957" y="-2"/>
              <a:ext cx="16337" cy="16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18"/>
                    <a:pt x="16782" y="0"/>
                    <a:pt x="10800" y="0"/>
                  </a:cubicBezTo>
                  <a:cubicBezTo>
                    <a:pt x="4818" y="0"/>
                    <a:pt x="0" y="4818"/>
                    <a:pt x="0" y="10800"/>
                  </a:cubicBezTo>
                  <a:cubicBezTo>
                    <a:pt x="0" y="16781"/>
                    <a:pt x="4818" y="21600"/>
                    <a:pt x="10800" y="21600"/>
                  </a:cubicBezTo>
                  <a:cubicBezTo>
                    <a:pt x="16782" y="21600"/>
                    <a:pt x="21600" y="16781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543" name="Google Shape;625;p19"/>
          <p:cNvSpPr/>
          <p:nvPr/>
        </p:nvSpPr>
        <p:spPr>
          <a:xfrm rot="21067405">
            <a:off x="8039382" y="4423571"/>
            <a:ext cx="1540183" cy="1343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Google Shape;626;p19"/>
          <p:cNvSpPr/>
          <p:nvPr/>
        </p:nvSpPr>
        <p:spPr>
          <a:xfrm rot="16454178" flipH="1">
            <a:off x="-1147096" y="64416"/>
            <a:ext cx="2229141" cy="1318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itle Text"/>
          <p:cNvSpPr txBox="1">
            <a:spLocks noGrp="1"/>
          </p:cNvSpPr>
          <p:nvPr>
            <p:ph type="title"/>
          </p:nvPr>
        </p:nvSpPr>
        <p:spPr>
          <a:xfrm>
            <a:off x="2347938" y="997199"/>
            <a:ext cx="4448100" cy="1058701"/>
          </a:xfrm>
          <a:prstGeom prst="rect">
            <a:avLst/>
          </a:prstGeom>
        </p:spPr>
        <p:txBody>
          <a:bodyPr anchor="b"/>
          <a:lstStyle>
            <a:lvl1pPr algn="ctr">
              <a:defRPr sz="8500"/>
            </a:lvl1pPr>
          </a:lstStyle>
          <a:p>
            <a:r>
              <a:t>Title Text</a:t>
            </a:r>
          </a:p>
        </p:txBody>
      </p:sp>
      <p:sp>
        <p:nvSpPr>
          <p:cNvPr id="5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47897" y="1841450"/>
            <a:ext cx="4448104" cy="1058701"/>
          </a:xfrm>
          <a:prstGeom prst="rect">
            <a:avLst/>
          </a:prstGeom>
        </p:spPr>
        <p:txBody>
          <a:bodyPr/>
          <a:lstStyle>
            <a:lvl1pPr marL="0" indent="152400" algn="ctr">
              <a:buClrTx/>
              <a:buSzTx/>
              <a:buFontTx/>
              <a:buNone/>
              <a:defRPr sz="1600"/>
            </a:lvl1pPr>
            <a:lvl2pPr marL="0" indent="152400" algn="ctr">
              <a:buClrTx/>
              <a:buSzTx/>
              <a:buFontTx/>
              <a:buNone/>
              <a:defRPr sz="1600"/>
            </a:lvl2pPr>
            <a:lvl3pPr marL="0" indent="152400" algn="ctr">
              <a:buClrTx/>
              <a:buSzTx/>
              <a:buFontTx/>
              <a:buNone/>
              <a:defRPr sz="1600"/>
            </a:lvl3pPr>
            <a:lvl4pPr marL="0" indent="152400" algn="ctr">
              <a:buClrTx/>
              <a:buSzTx/>
              <a:buFontTx/>
              <a:buNone/>
              <a:defRPr sz="1600"/>
            </a:lvl4pPr>
            <a:lvl5pPr marL="0" indent="152400" algn="ctr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4" name="Google Shape;630;p20"/>
          <p:cNvSpPr txBox="1"/>
          <p:nvPr/>
        </p:nvSpPr>
        <p:spPr>
          <a:xfrm>
            <a:off x="2099099" y="3611950"/>
            <a:ext cx="4945801" cy="53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CREDITS:</a:t>
            </a:r>
            <a:r>
              <a:rPr b="0"/>
              <a:t> This presentation template was created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Slidesgo</a:t>
            </a:r>
            <a:r>
              <a:rPr b="0"/>
              <a:t>, and includes icons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Flaticon</a:t>
            </a:r>
            <a:r>
              <a:rPr b="0"/>
              <a:t>, and infographics &amp; images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Freepik</a:t>
            </a:r>
            <a:r>
              <a:rPr b="0" u="sng"/>
              <a:t> </a:t>
            </a:r>
          </a:p>
        </p:txBody>
      </p:sp>
      <p:sp>
        <p:nvSpPr>
          <p:cNvPr id="555" name="Google Shape;631;p20"/>
          <p:cNvSpPr/>
          <p:nvPr/>
        </p:nvSpPr>
        <p:spPr>
          <a:xfrm rot="19106957" flipH="1">
            <a:off x="-974029" y="-576445"/>
            <a:ext cx="2691439" cy="2347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6" name="Google Shape;632;p20"/>
          <p:cNvSpPr/>
          <p:nvPr/>
        </p:nvSpPr>
        <p:spPr>
          <a:xfrm rot="16548712" flipH="1">
            <a:off x="7376928" y="3424656"/>
            <a:ext cx="2705032" cy="2576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7" name="Google Shape;633;p20"/>
          <p:cNvSpPr/>
          <p:nvPr/>
        </p:nvSpPr>
        <p:spPr>
          <a:xfrm rot="460638" flipH="1">
            <a:off x="232268" y="3743368"/>
            <a:ext cx="1260566" cy="12225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8" name="Google Shape;634;p20"/>
          <p:cNvSpPr/>
          <p:nvPr/>
        </p:nvSpPr>
        <p:spPr>
          <a:xfrm rot="460624" flipH="1">
            <a:off x="6844999" y="-2072460"/>
            <a:ext cx="3789322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636;p21"/>
          <p:cNvSpPr/>
          <p:nvPr/>
        </p:nvSpPr>
        <p:spPr>
          <a:xfrm rot="19699827" flipH="1">
            <a:off x="-432352" y="-438974"/>
            <a:ext cx="1603609" cy="1398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67" name="Google Shape;637;p21"/>
          <p:cNvSpPr/>
          <p:nvPr/>
        </p:nvSpPr>
        <p:spPr>
          <a:xfrm rot="18336548" flipH="1">
            <a:off x="6009307" y="3906035"/>
            <a:ext cx="2705058" cy="257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21600" extrusionOk="0">
                <a:moveTo>
                  <a:pt x="12641" y="0"/>
                </a:moveTo>
                <a:cubicBezTo>
                  <a:pt x="12240" y="0"/>
                  <a:pt x="11816" y="57"/>
                  <a:pt x="11375" y="192"/>
                </a:cubicBezTo>
                <a:cubicBezTo>
                  <a:pt x="8533" y="1063"/>
                  <a:pt x="7267" y="4114"/>
                  <a:pt x="5591" y="6175"/>
                </a:cubicBezTo>
                <a:cubicBezTo>
                  <a:pt x="4714" y="7254"/>
                  <a:pt x="3455" y="7608"/>
                  <a:pt x="2427" y="8422"/>
                </a:cubicBezTo>
                <a:cubicBezTo>
                  <a:pt x="-861" y="11025"/>
                  <a:pt x="-561" y="17232"/>
                  <a:pt x="1848" y="19683"/>
                </a:cubicBezTo>
                <a:cubicBezTo>
                  <a:pt x="3112" y="20970"/>
                  <a:pt x="4593" y="21600"/>
                  <a:pt x="6350" y="21600"/>
                </a:cubicBezTo>
                <a:cubicBezTo>
                  <a:pt x="7489" y="21600"/>
                  <a:pt x="8743" y="21335"/>
                  <a:pt x="10130" y="20813"/>
                </a:cubicBezTo>
                <a:cubicBezTo>
                  <a:pt x="13656" y="19485"/>
                  <a:pt x="16175" y="18707"/>
                  <a:pt x="18457" y="14537"/>
                </a:cubicBezTo>
                <a:cubicBezTo>
                  <a:pt x="20739" y="10367"/>
                  <a:pt x="18891" y="4884"/>
                  <a:pt x="16314" y="1686"/>
                </a:cubicBezTo>
                <a:cubicBezTo>
                  <a:pt x="16314" y="1686"/>
                  <a:pt x="14818" y="0"/>
                  <a:pt x="12641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68" name="Google Shape;638;p21"/>
          <p:cNvSpPr/>
          <p:nvPr/>
        </p:nvSpPr>
        <p:spPr>
          <a:xfrm rot="460624" flipH="1">
            <a:off x="6549113" y="-1515335"/>
            <a:ext cx="3789320" cy="330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69" name="Google Shape;639;p21"/>
          <p:cNvSpPr/>
          <p:nvPr/>
        </p:nvSpPr>
        <p:spPr>
          <a:xfrm rot="531594" flipH="1">
            <a:off x="-1107848" y="3830815"/>
            <a:ext cx="2691484" cy="2347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593" name="Google Shape;640;p21"/>
          <p:cNvGrpSpPr/>
          <p:nvPr/>
        </p:nvGrpSpPr>
        <p:grpSpPr>
          <a:xfrm>
            <a:off x="7931864" y="177091"/>
            <a:ext cx="997839" cy="737104"/>
            <a:chOff x="-2" y="0"/>
            <a:chExt cx="997837" cy="737103"/>
          </a:xfrm>
        </p:grpSpPr>
        <p:grpSp>
          <p:nvGrpSpPr>
            <p:cNvPr id="577" name="Google Shape;641;p21"/>
            <p:cNvGrpSpPr/>
            <p:nvPr/>
          </p:nvGrpSpPr>
          <p:grpSpPr>
            <a:xfrm>
              <a:off x="-1" y="-1"/>
              <a:ext cx="919734" cy="318031"/>
              <a:chOff x="0" y="0"/>
              <a:chExt cx="919733" cy="318030"/>
            </a:xfrm>
          </p:grpSpPr>
          <p:sp>
            <p:nvSpPr>
              <p:cNvPr id="570" name="Google Shape;642;p21"/>
              <p:cNvSpPr/>
              <p:nvPr/>
            </p:nvSpPr>
            <p:spPr>
              <a:xfrm>
                <a:off x="-1" y="-1"/>
                <a:ext cx="919734" cy="3180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81" y="0"/>
                    </a:moveTo>
                    <a:cubicBezTo>
                      <a:pt x="21099" y="0"/>
                      <a:pt x="21600" y="1449"/>
                      <a:pt x="21600" y="3235"/>
                    </a:cubicBezTo>
                    <a:lnTo>
                      <a:pt x="21600" y="18365"/>
                    </a:lnTo>
                    <a:cubicBezTo>
                      <a:pt x="21600" y="20151"/>
                      <a:pt x="21099" y="21600"/>
                      <a:pt x="20481" y="21600"/>
                    </a:cubicBezTo>
                    <a:lnTo>
                      <a:pt x="1119" y="21600"/>
                    </a:lnTo>
                    <a:cubicBezTo>
                      <a:pt x="501" y="21600"/>
                      <a:pt x="0" y="20151"/>
                      <a:pt x="0" y="18365"/>
                    </a:cubicBezTo>
                    <a:lnTo>
                      <a:pt x="0" y="3235"/>
                    </a:lnTo>
                    <a:cubicBezTo>
                      <a:pt x="0" y="1449"/>
                      <a:pt x="501" y="0"/>
                      <a:pt x="1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71" name="Google Shape;643;p21"/>
              <p:cNvSpPr/>
              <p:nvPr/>
            </p:nvSpPr>
            <p:spPr>
              <a:xfrm>
                <a:off x="79842" y="51259"/>
                <a:ext cx="212958" cy="212960"/>
              </a:xfrm>
              <a:prstGeom prst="rect">
                <a:avLst/>
              </a:prstGeom>
              <a:solidFill>
                <a:srgbClr val="F3F3F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576" name="Google Shape;644;p21"/>
              <p:cNvGrpSpPr/>
              <p:nvPr/>
            </p:nvGrpSpPr>
            <p:grpSpPr>
              <a:xfrm>
                <a:off x="360966" y="57297"/>
                <a:ext cx="467789" cy="201022"/>
                <a:chOff x="-1" y="0"/>
                <a:chExt cx="467788" cy="201021"/>
              </a:xfrm>
            </p:grpSpPr>
            <p:sp>
              <p:nvSpPr>
                <p:cNvPr id="572" name="Google Shape;645;p21"/>
                <p:cNvSpPr/>
                <p:nvPr/>
              </p:nvSpPr>
              <p:spPr>
                <a:xfrm>
                  <a:off x="-2" y="-1"/>
                  <a:ext cx="467790" cy="28719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73" name="Google Shape;646;p21"/>
                <p:cNvSpPr/>
                <p:nvPr/>
              </p:nvSpPr>
              <p:spPr>
                <a:xfrm>
                  <a:off x="0" y="57433"/>
                  <a:ext cx="409013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74" name="Google Shape;647;p21"/>
                <p:cNvSpPr/>
                <p:nvPr/>
              </p:nvSpPr>
              <p:spPr>
                <a:xfrm>
                  <a:off x="-1" y="114867"/>
                  <a:ext cx="428203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75" name="Google Shape;648;p21"/>
                <p:cNvSpPr/>
                <p:nvPr/>
              </p:nvSpPr>
              <p:spPr>
                <a:xfrm>
                  <a:off x="-1" y="172301"/>
                  <a:ext cx="241677" cy="28720"/>
                </a:xfrm>
                <a:prstGeom prst="rect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587" name="Google Shape;649;p21"/>
            <p:cNvGrpSpPr/>
            <p:nvPr/>
          </p:nvGrpSpPr>
          <p:grpSpPr>
            <a:xfrm>
              <a:off x="-3" y="419070"/>
              <a:ext cx="919738" cy="318033"/>
              <a:chOff x="-1" y="0"/>
              <a:chExt cx="919737" cy="318032"/>
            </a:xfrm>
          </p:grpSpPr>
          <p:grpSp>
            <p:nvGrpSpPr>
              <p:cNvPr id="585" name="Google Shape;650;p21"/>
              <p:cNvGrpSpPr/>
              <p:nvPr/>
            </p:nvGrpSpPr>
            <p:grpSpPr>
              <a:xfrm>
                <a:off x="-2" y="0"/>
                <a:ext cx="919738" cy="318033"/>
                <a:chOff x="-1" y="0"/>
                <a:chExt cx="919737" cy="318032"/>
              </a:xfrm>
            </p:grpSpPr>
            <p:sp>
              <p:nvSpPr>
                <p:cNvPr id="578" name="Google Shape;651;p21"/>
                <p:cNvSpPr/>
                <p:nvPr/>
              </p:nvSpPr>
              <p:spPr>
                <a:xfrm>
                  <a:off x="-2" y="0"/>
                  <a:ext cx="919739" cy="3180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481" y="0"/>
                      </a:moveTo>
                      <a:cubicBezTo>
                        <a:pt x="21099" y="0"/>
                        <a:pt x="21600" y="1449"/>
                        <a:pt x="21600" y="3235"/>
                      </a:cubicBezTo>
                      <a:lnTo>
                        <a:pt x="21600" y="18365"/>
                      </a:lnTo>
                      <a:cubicBezTo>
                        <a:pt x="21600" y="20152"/>
                        <a:pt x="21099" y="21600"/>
                        <a:pt x="20481" y="21600"/>
                      </a:cubicBezTo>
                      <a:lnTo>
                        <a:pt x="1119" y="21600"/>
                      </a:lnTo>
                      <a:cubicBezTo>
                        <a:pt x="501" y="21600"/>
                        <a:pt x="0" y="20152"/>
                        <a:pt x="0" y="18365"/>
                      </a:cubicBezTo>
                      <a:lnTo>
                        <a:pt x="0" y="3235"/>
                      </a:lnTo>
                      <a:cubicBezTo>
                        <a:pt x="0" y="1449"/>
                        <a:pt x="501" y="0"/>
                        <a:pt x="111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79" name="Google Shape;652;p21"/>
                <p:cNvSpPr/>
                <p:nvPr/>
              </p:nvSpPr>
              <p:spPr>
                <a:xfrm>
                  <a:off x="79843" y="51392"/>
                  <a:ext cx="212962" cy="2129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93" y="21600"/>
                      </a:moveTo>
                      <a:cubicBezTo>
                        <a:pt x="4832" y="21600"/>
                        <a:pt x="0" y="16768"/>
                        <a:pt x="0" y="10807"/>
                      </a:cubicBezTo>
                      <a:cubicBezTo>
                        <a:pt x="0" y="4845"/>
                        <a:pt x="4832" y="0"/>
                        <a:pt x="10793" y="0"/>
                      </a:cubicBezTo>
                      <a:cubicBezTo>
                        <a:pt x="16755" y="0"/>
                        <a:pt x="21600" y="4832"/>
                        <a:pt x="21600" y="10793"/>
                      </a:cubicBezTo>
                      <a:cubicBezTo>
                        <a:pt x="21600" y="16755"/>
                        <a:pt x="16768" y="21600"/>
                        <a:pt x="10793" y="2160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grpSp>
              <p:nvGrpSpPr>
                <p:cNvPr id="584" name="Google Shape;653;p21"/>
                <p:cNvGrpSpPr/>
                <p:nvPr/>
              </p:nvGrpSpPr>
              <p:grpSpPr>
                <a:xfrm>
                  <a:off x="360967" y="57297"/>
                  <a:ext cx="467789" cy="201022"/>
                  <a:chOff x="0" y="0"/>
                  <a:chExt cx="467788" cy="201021"/>
                </a:xfrm>
              </p:grpSpPr>
              <p:sp>
                <p:nvSpPr>
                  <p:cNvPr id="580" name="Google Shape;654;p21"/>
                  <p:cNvSpPr/>
                  <p:nvPr/>
                </p:nvSpPr>
                <p:spPr>
                  <a:xfrm>
                    <a:off x="27642" y="-1"/>
                    <a:ext cx="394521" cy="28719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81" name="Google Shape;655;p21"/>
                  <p:cNvSpPr/>
                  <p:nvPr/>
                </p:nvSpPr>
                <p:spPr>
                  <a:xfrm>
                    <a:off x="-1" y="57433"/>
                    <a:ext cx="288911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82" name="Google Shape;656;p21"/>
                  <p:cNvSpPr/>
                  <p:nvPr/>
                </p:nvSpPr>
                <p:spPr>
                  <a:xfrm>
                    <a:off x="-1" y="114867"/>
                    <a:ext cx="467789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583" name="Google Shape;657;p21"/>
                  <p:cNvSpPr/>
                  <p:nvPr/>
                </p:nvSpPr>
                <p:spPr>
                  <a:xfrm>
                    <a:off x="-1" y="172302"/>
                    <a:ext cx="241678" cy="28720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sp>
            <p:nvSpPr>
              <p:cNvPr id="586" name="Google Shape;658;p21"/>
              <p:cNvSpPr/>
              <p:nvPr/>
            </p:nvSpPr>
            <p:spPr>
              <a:xfrm>
                <a:off x="151231" y="110521"/>
                <a:ext cx="71477" cy="85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66" h="20739" extrusionOk="0">
                    <a:moveTo>
                      <a:pt x="0" y="1673"/>
                    </a:moveTo>
                    <a:lnTo>
                      <a:pt x="0" y="19103"/>
                    </a:lnTo>
                    <a:cubicBezTo>
                      <a:pt x="0" y="20373"/>
                      <a:pt x="1677" y="21155"/>
                      <a:pt x="3034" y="20504"/>
                    </a:cubicBezTo>
                    <a:lnTo>
                      <a:pt x="20282" y="12163"/>
                    </a:lnTo>
                    <a:cubicBezTo>
                      <a:pt x="21560" y="11544"/>
                      <a:pt x="21600" y="10045"/>
                      <a:pt x="20362" y="9361"/>
                    </a:cubicBezTo>
                    <a:lnTo>
                      <a:pt x="3114" y="272"/>
                    </a:lnTo>
                    <a:cubicBezTo>
                      <a:pt x="1757" y="-445"/>
                      <a:pt x="0" y="337"/>
                      <a:pt x="0" y="164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592" name="Google Shape;659;p21"/>
            <p:cNvGrpSpPr/>
            <p:nvPr/>
          </p:nvGrpSpPr>
          <p:grpSpPr>
            <a:xfrm>
              <a:off x="824453" y="362440"/>
              <a:ext cx="173382" cy="112697"/>
              <a:chOff x="-2" y="-1"/>
              <a:chExt cx="173381" cy="112695"/>
            </a:xfrm>
          </p:grpSpPr>
          <p:grpSp>
            <p:nvGrpSpPr>
              <p:cNvPr id="590" name="Google Shape;660;p21"/>
              <p:cNvGrpSpPr/>
              <p:nvPr/>
            </p:nvGrpSpPr>
            <p:grpSpPr>
              <a:xfrm>
                <a:off x="-3" y="13816"/>
                <a:ext cx="173383" cy="89914"/>
                <a:chOff x="-1" y="-1"/>
                <a:chExt cx="173381" cy="89912"/>
              </a:xfrm>
            </p:grpSpPr>
            <p:sp>
              <p:nvSpPr>
                <p:cNvPr id="588" name="Google Shape;661;p21"/>
                <p:cNvSpPr/>
                <p:nvPr/>
              </p:nvSpPr>
              <p:spPr>
                <a:xfrm>
                  <a:off x="-2" y="-2"/>
                  <a:ext cx="173383" cy="899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21600"/>
                      </a:moveTo>
                      <a:cubicBezTo>
                        <a:pt x="15264" y="21600"/>
                        <a:pt x="19209" y="17344"/>
                        <a:pt x="21600" y="10800"/>
                      </a:cubicBezTo>
                      <a:cubicBezTo>
                        <a:pt x="19209" y="4256"/>
                        <a:pt x="15264" y="0"/>
                        <a:pt x="10800" y="0"/>
                      </a:cubicBezTo>
                      <a:cubicBezTo>
                        <a:pt x="6336" y="0"/>
                        <a:pt x="2391" y="4256"/>
                        <a:pt x="0" y="10800"/>
                      </a:cubicBezTo>
                      <a:cubicBezTo>
                        <a:pt x="2391" y="17344"/>
                        <a:pt x="6336" y="21600"/>
                        <a:pt x="10800" y="216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89" name="Google Shape;662;p21"/>
                <p:cNvSpPr/>
                <p:nvPr/>
              </p:nvSpPr>
              <p:spPr>
                <a:xfrm>
                  <a:off x="59044" y="17309"/>
                  <a:ext cx="55291" cy="55291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591" name="Google Shape;663;p21"/>
              <p:cNvSpPr/>
              <p:nvPr/>
            </p:nvSpPr>
            <p:spPr>
              <a:xfrm rot="18900000">
                <a:off x="13155" y="49497"/>
                <a:ext cx="145679" cy="13698"/>
              </a:xfrm>
              <a:prstGeom prst="rect">
                <a:avLst/>
              </a:pr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sp>
        <p:nvSpPr>
          <p:cNvPr id="5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65;p22"/>
          <p:cNvSpPr/>
          <p:nvPr/>
        </p:nvSpPr>
        <p:spPr>
          <a:xfrm rot="8819869" flipH="1">
            <a:off x="7142105" y="3939213"/>
            <a:ext cx="2928374" cy="2509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02" name="Google Shape;666;p22"/>
          <p:cNvSpPr/>
          <p:nvPr/>
        </p:nvSpPr>
        <p:spPr>
          <a:xfrm rot="17942966" flipH="1">
            <a:off x="-1231997" y="-866616"/>
            <a:ext cx="2545975" cy="1921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608" name="Google Shape;667;p22"/>
          <p:cNvGrpSpPr/>
          <p:nvPr/>
        </p:nvGrpSpPr>
        <p:grpSpPr>
          <a:xfrm>
            <a:off x="65065" y="4373041"/>
            <a:ext cx="878165" cy="654542"/>
            <a:chOff x="0" y="-1"/>
            <a:chExt cx="878163" cy="654540"/>
          </a:xfrm>
        </p:grpSpPr>
        <p:grpSp>
          <p:nvGrpSpPr>
            <p:cNvPr id="606" name="Google Shape;668;p22"/>
            <p:cNvGrpSpPr/>
            <p:nvPr/>
          </p:nvGrpSpPr>
          <p:grpSpPr>
            <a:xfrm>
              <a:off x="-1" y="-2"/>
              <a:ext cx="878165" cy="654541"/>
              <a:chOff x="0" y="-1"/>
              <a:chExt cx="878163" cy="654540"/>
            </a:xfrm>
          </p:grpSpPr>
          <p:sp>
            <p:nvSpPr>
              <p:cNvPr id="603" name="Google Shape;669;p22"/>
              <p:cNvSpPr/>
              <p:nvPr/>
            </p:nvSpPr>
            <p:spPr>
              <a:xfrm>
                <a:off x="195453" y="-2"/>
                <a:ext cx="682711" cy="458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6"/>
                    </a:moveTo>
                    <a:lnTo>
                      <a:pt x="8410" y="3030"/>
                    </a:lnTo>
                    <a:cubicBezTo>
                      <a:pt x="8650" y="3387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4" name="Google Shape;670;p22"/>
              <p:cNvSpPr/>
              <p:nvPr/>
            </p:nvSpPr>
            <p:spPr>
              <a:xfrm>
                <a:off x="97799" y="978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5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5" name="Google Shape;671;p22"/>
              <p:cNvSpPr/>
              <p:nvPr/>
            </p:nvSpPr>
            <p:spPr>
              <a:xfrm>
                <a:off x="-1" y="195601"/>
                <a:ext cx="682710" cy="4589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47" y="550"/>
                    </a:moveTo>
                    <a:lnTo>
                      <a:pt x="8410" y="3023"/>
                    </a:lnTo>
                    <a:cubicBezTo>
                      <a:pt x="8650" y="3380"/>
                      <a:pt x="8978" y="3586"/>
                      <a:pt x="9320" y="3586"/>
                    </a:cubicBezTo>
                    <a:lnTo>
                      <a:pt x="20316" y="3586"/>
                    </a:lnTo>
                    <a:cubicBezTo>
                      <a:pt x="21027" y="3586"/>
                      <a:pt x="21600" y="4445"/>
                      <a:pt x="21600" y="5496"/>
                    </a:cubicBezTo>
                    <a:lnTo>
                      <a:pt x="21600" y="19690"/>
                    </a:lnTo>
                    <a:cubicBezTo>
                      <a:pt x="21600" y="20748"/>
                      <a:pt x="21023" y="21600"/>
                      <a:pt x="20316" y="21600"/>
                    </a:cubicBezTo>
                    <a:lnTo>
                      <a:pt x="1284" y="21600"/>
                    </a:lnTo>
                    <a:cubicBezTo>
                      <a:pt x="573" y="21600"/>
                      <a:pt x="0" y="20741"/>
                      <a:pt x="0" y="19690"/>
                    </a:cubicBezTo>
                    <a:lnTo>
                      <a:pt x="0" y="1910"/>
                    </a:lnTo>
                    <a:cubicBezTo>
                      <a:pt x="0" y="852"/>
                      <a:pt x="577" y="0"/>
                      <a:pt x="1284" y="0"/>
                    </a:cubicBezTo>
                    <a:lnTo>
                      <a:pt x="5838" y="0"/>
                    </a:lnTo>
                    <a:cubicBezTo>
                      <a:pt x="6179" y="0"/>
                      <a:pt x="6507" y="199"/>
                      <a:pt x="6747" y="5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607" name="Google Shape;672;p22"/>
            <p:cNvSpPr/>
            <p:nvPr/>
          </p:nvSpPr>
          <p:spPr>
            <a:xfrm>
              <a:off x="289313" y="410337"/>
              <a:ext cx="105342" cy="12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5" h="20746" extrusionOk="0">
                  <a:moveTo>
                    <a:pt x="0" y="1636"/>
                  </a:moveTo>
                  <a:lnTo>
                    <a:pt x="0" y="19094"/>
                  </a:lnTo>
                  <a:cubicBezTo>
                    <a:pt x="0" y="20370"/>
                    <a:pt x="1709" y="21165"/>
                    <a:pt x="3035" y="20515"/>
                  </a:cubicBezTo>
                  <a:lnTo>
                    <a:pt x="20274" y="12159"/>
                  </a:lnTo>
                  <a:cubicBezTo>
                    <a:pt x="21571" y="11533"/>
                    <a:pt x="21600" y="10016"/>
                    <a:pt x="20333" y="9366"/>
                  </a:cubicBezTo>
                  <a:lnTo>
                    <a:pt x="3094" y="264"/>
                  </a:lnTo>
                  <a:cubicBezTo>
                    <a:pt x="1768" y="-435"/>
                    <a:pt x="0" y="336"/>
                    <a:pt x="0" y="163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627" name="Google Shape;673;p22"/>
          <p:cNvGrpSpPr/>
          <p:nvPr/>
        </p:nvGrpSpPr>
        <p:grpSpPr>
          <a:xfrm>
            <a:off x="8114964" y="266832"/>
            <a:ext cx="830004" cy="750901"/>
            <a:chOff x="-2" y="-2"/>
            <a:chExt cx="830003" cy="750899"/>
          </a:xfrm>
        </p:grpSpPr>
        <p:grpSp>
          <p:nvGrpSpPr>
            <p:cNvPr id="614" name="Google Shape;674;p22"/>
            <p:cNvGrpSpPr/>
            <p:nvPr/>
          </p:nvGrpSpPr>
          <p:grpSpPr>
            <a:xfrm>
              <a:off x="-3" y="-3"/>
              <a:ext cx="830005" cy="750901"/>
              <a:chOff x="-1" y="0"/>
              <a:chExt cx="830003" cy="750899"/>
            </a:xfrm>
          </p:grpSpPr>
          <p:sp>
            <p:nvSpPr>
              <p:cNvPr id="609" name="Google Shape;675;p22"/>
              <p:cNvSpPr/>
              <p:nvPr/>
            </p:nvSpPr>
            <p:spPr>
              <a:xfrm>
                <a:off x="-2" y="-1"/>
                <a:ext cx="830005" cy="75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17" y="0"/>
                    </a:moveTo>
                    <a:cubicBezTo>
                      <a:pt x="20936" y="0"/>
                      <a:pt x="21600" y="734"/>
                      <a:pt x="21600" y="1639"/>
                    </a:cubicBezTo>
                    <a:lnTo>
                      <a:pt x="21600" y="19961"/>
                    </a:lnTo>
                    <a:cubicBezTo>
                      <a:pt x="21600" y="20866"/>
                      <a:pt x="20936" y="21600"/>
                      <a:pt x="20117" y="21600"/>
                    </a:cubicBezTo>
                    <a:lnTo>
                      <a:pt x="1483" y="21600"/>
                    </a:lnTo>
                    <a:cubicBezTo>
                      <a:pt x="664" y="21600"/>
                      <a:pt x="0" y="20866"/>
                      <a:pt x="0" y="19961"/>
                    </a:cubicBezTo>
                    <a:lnTo>
                      <a:pt x="0" y="1639"/>
                    </a:lnTo>
                    <a:cubicBezTo>
                      <a:pt x="0" y="734"/>
                      <a:pt x="664" y="0"/>
                      <a:pt x="1483" y="0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613" name="Google Shape;676;p22"/>
              <p:cNvGrpSpPr/>
              <p:nvPr/>
            </p:nvGrpSpPr>
            <p:grpSpPr>
              <a:xfrm>
                <a:off x="540508" y="43219"/>
                <a:ext cx="228691" cy="57635"/>
                <a:chOff x="0" y="0"/>
                <a:chExt cx="228690" cy="57634"/>
              </a:xfrm>
            </p:grpSpPr>
            <p:sp>
              <p:nvSpPr>
                <p:cNvPr id="610" name="Google Shape;677;p22"/>
                <p:cNvSpPr/>
                <p:nvPr/>
              </p:nvSpPr>
              <p:spPr>
                <a:xfrm>
                  <a:off x="171052" y="-1"/>
                  <a:ext cx="57638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11" name="Google Shape;678;p22"/>
                <p:cNvSpPr/>
                <p:nvPr/>
              </p:nvSpPr>
              <p:spPr>
                <a:xfrm>
                  <a:off x="85526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12" name="Google Shape;679;p22"/>
                <p:cNvSpPr/>
                <p:nvPr/>
              </p:nvSpPr>
              <p:spPr>
                <a:xfrm>
                  <a:off x="-1" y="-1"/>
                  <a:ext cx="57637" cy="576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626" name="Google Shape;680;p22"/>
            <p:cNvGrpSpPr/>
            <p:nvPr/>
          </p:nvGrpSpPr>
          <p:grpSpPr>
            <a:xfrm>
              <a:off x="92263" y="228925"/>
              <a:ext cx="653142" cy="337323"/>
              <a:chOff x="-1" y="-2"/>
              <a:chExt cx="653141" cy="337321"/>
            </a:xfrm>
          </p:grpSpPr>
          <p:sp>
            <p:nvSpPr>
              <p:cNvPr id="615" name="Google Shape;681;p22"/>
              <p:cNvSpPr/>
              <p:nvPr/>
            </p:nvSpPr>
            <p:spPr>
              <a:xfrm>
                <a:off x="-2" y="12424"/>
                <a:ext cx="303241" cy="302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12" y="12822"/>
                    </a:moveTo>
                    <a:cubicBezTo>
                      <a:pt x="21534" y="12172"/>
                      <a:pt x="21600" y="11493"/>
                      <a:pt x="21600" y="10805"/>
                    </a:cubicBezTo>
                    <a:cubicBezTo>
                      <a:pt x="21600" y="10116"/>
                      <a:pt x="21534" y="9447"/>
                      <a:pt x="21412" y="8787"/>
                    </a:cubicBezTo>
                    <a:lnTo>
                      <a:pt x="17918" y="8787"/>
                    </a:lnTo>
                    <a:cubicBezTo>
                      <a:pt x="17758" y="8221"/>
                      <a:pt x="17542" y="7693"/>
                      <a:pt x="17259" y="7194"/>
                    </a:cubicBezTo>
                    <a:lnTo>
                      <a:pt x="19726" y="4723"/>
                    </a:lnTo>
                    <a:cubicBezTo>
                      <a:pt x="18964" y="3602"/>
                      <a:pt x="18003" y="2640"/>
                      <a:pt x="16883" y="1876"/>
                    </a:cubicBezTo>
                    <a:lnTo>
                      <a:pt x="14406" y="4356"/>
                    </a:lnTo>
                    <a:cubicBezTo>
                      <a:pt x="13907" y="4073"/>
                      <a:pt x="13371" y="3856"/>
                      <a:pt x="12815" y="3696"/>
                    </a:cubicBezTo>
                    <a:lnTo>
                      <a:pt x="12815" y="189"/>
                    </a:lnTo>
                    <a:cubicBezTo>
                      <a:pt x="12165" y="66"/>
                      <a:pt x="11487" y="0"/>
                      <a:pt x="10800" y="0"/>
                    </a:cubicBezTo>
                    <a:cubicBezTo>
                      <a:pt x="10113" y="0"/>
                      <a:pt x="9444" y="66"/>
                      <a:pt x="8785" y="189"/>
                    </a:cubicBezTo>
                    <a:lnTo>
                      <a:pt x="8785" y="3696"/>
                    </a:lnTo>
                    <a:cubicBezTo>
                      <a:pt x="8220" y="3856"/>
                      <a:pt x="7693" y="4073"/>
                      <a:pt x="7194" y="4356"/>
                    </a:cubicBezTo>
                    <a:lnTo>
                      <a:pt x="4717" y="1876"/>
                    </a:lnTo>
                    <a:cubicBezTo>
                      <a:pt x="3597" y="2640"/>
                      <a:pt x="2636" y="3611"/>
                      <a:pt x="1874" y="4723"/>
                    </a:cubicBezTo>
                    <a:lnTo>
                      <a:pt x="4341" y="7194"/>
                    </a:lnTo>
                    <a:cubicBezTo>
                      <a:pt x="4058" y="7693"/>
                      <a:pt x="3842" y="8231"/>
                      <a:pt x="3682" y="8787"/>
                    </a:cubicBezTo>
                    <a:lnTo>
                      <a:pt x="188" y="8787"/>
                    </a:lnTo>
                    <a:cubicBezTo>
                      <a:pt x="66" y="9438"/>
                      <a:pt x="0" y="10116"/>
                      <a:pt x="0" y="10805"/>
                    </a:cubicBezTo>
                    <a:cubicBezTo>
                      <a:pt x="0" y="11493"/>
                      <a:pt x="66" y="12162"/>
                      <a:pt x="188" y="12822"/>
                    </a:cubicBezTo>
                    <a:lnTo>
                      <a:pt x="3682" y="12822"/>
                    </a:lnTo>
                    <a:cubicBezTo>
                      <a:pt x="3842" y="13388"/>
                      <a:pt x="4058" y="13916"/>
                      <a:pt x="4341" y="14416"/>
                    </a:cubicBezTo>
                    <a:lnTo>
                      <a:pt x="1874" y="16886"/>
                    </a:lnTo>
                    <a:cubicBezTo>
                      <a:pt x="2636" y="18008"/>
                      <a:pt x="3597" y="18970"/>
                      <a:pt x="4717" y="19733"/>
                    </a:cubicBezTo>
                    <a:lnTo>
                      <a:pt x="7194" y="17254"/>
                    </a:lnTo>
                    <a:cubicBezTo>
                      <a:pt x="7693" y="17536"/>
                      <a:pt x="8229" y="17753"/>
                      <a:pt x="8785" y="17914"/>
                    </a:cubicBezTo>
                    <a:lnTo>
                      <a:pt x="8785" y="21411"/>
                    </a:lnTo>
                    <a:cubicBezTo>
                      <a:pt x="9435" y="21534"/>
                      <a:pt x="10113" y="21600"/>
                      <a:pt x="10800" y="21600"/>
                    </a:cubicBezTo>
                    <a:cubicBezTo>
                      <a:pt x="11487" y="21600"/>
                      <a:pt x="12156" y="21534"/>
                      <a:pt x="12815" y="21411"/>
                    </a:cubicBezTo>
                    <a:lnTo>
                      <a:pt x="12815" y="17914"/>
                    </a:lnTo>
                    <a:cubicBezTo>
                      <a:pt x="13380" y="17753"/>
                      <a:pt x="13907" y="17527"/>
                      <a:pt x="14406" y="17254"/>
                    </a:cubicBezTo>
                    <a:lnTo>
                      <a:pt x="16883" y="19733"/>
                    </a:lnTo>
                    <a:cubicBezTo>
                      <a:pt x="18003" y="18970"/>
                      <a:pt x="18964" y="18008"/>
                      <a:pt x="19726" y="16886"/>
                    </a:cubicBezTo>
                    <a:lnTo>
                      <a:pt x="17259" y="14406"/>
                    </a:lnTo>
                    <a:cubicBezTo>
                      <a:pt x="17542" y="13907"/>
                      <a:pt x="17758" y="13369"/>
                      <a:pt x="17918" y="12813"/>
                    </a:cubicBezTo>
                    <a:lnTo>
                      <a:pt x="21412" y="12813"/>
                    </a:lnTo>
                    <a:close/>
                    <a:moveTo>
                      <a:pt x="10800" y="12992"/>
                    </a:moveTo>
                    <a:cubicBezTo>
                      <a:pt x="9595" y="12992"/>
                      <a:pt x="8625" y="12012"/>
                      <a:pt x="8625" y="10814"/>
                    </a:cubicBezTo>
                    <a:cubicBezTo>
                      <a:pt x="8625" y="9617"/>
                      <a:pt x="9604" y="8636"/>
                      <a:pt x="10800" y="8636"/>
                    </a:cubicBezTo>
                    <a:cubicBezTo>
                      <a:pt x="11996" y="8636"/>
                      <a:pt x="12975" y="9617"/>
                      <a:pt x="12975" y="10814"/>
                    </a:cubicBezTo>
                    <a:cubicBezTo>
                      <a:pt x="12975" y="12012"/>
                      <a:pt x="11996" y="12992"/>
                      <a:pt x="10800" y="129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625" name="Google Shape;682;p22"/>
              <p:cNvGrpSpPr/>
              <p:nvPr/>
            </p:nvGrpSpPr>
            <p:grpSpPr>
              <a:xfrm>
                <a:off x="356242" y="-3"/>
                <a:ext cx="296899" cy="337323"/>
                <a:chOff x="0" y="0"/>
                <a:chExt cx="296898" cy="337321"/>
              </a:xfrm>
            </p:grpSpPr>
            <p:grpSp>
              <p:nvGrpSpPr>
                <p:cNvPr id="618" name="Google Shape;683;p22"/>
                <p:cNvGrpSpPr/>
                <p:nvPr/>
              </p:nvGrpSpPr>
              <p:grpSpPr>
                <a:xfrm>
                  <a:off x="0" y="209236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616" name="Google Shape;684;p22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617" name="Google Shape;685;p22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1" name="Google Shape;686;p22"/>
                <p:cNvGrpSpPr/>
                <p:nvPr/>
              </p:nvGrpSpPr>
              <p:grpSpPr>
                <a:xfrm>
                  <a:off x="0" y="104683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619" name="Google Shape;687;p22"/>
                  <p:cNvSpPr/>
                  <p:nvPr/>
                </p:nvSpPr>
                <p:spPr>
                  <a:xfrm>
                    <a:off x="0" y="26963"/>
                    <a:ext cx="296899" cy="10112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620" name="Google Shape;688;p22"/>
                  <p:cNvSpPr/>
                  <p:nvPr/>
                </p:nvSpPr>
                <p:spPr>
                  <a:xfrm>
                    <a:off x="1" y="-1"/>
                    <a:ext cx="296897" cy="53933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4" name="Google Shape;689;p22"/>
                <p:cNvGrpSpPr/>
                <p:nvPr/>
              </p:nvGrpSpPr>
              <p:grpSpPr>
                <a:xfrm>
                  <a:off x="0" y="-1"/>
                  <a:ext cx="296899" cy="128085"/>
                  <a:chOff x="0" y="0"/>
                  <a:chExt cx="296898" cy="128084"/>
                </a:xfrm>
              </p:grpSpPr>
              <p:sp>
                <p:nvSpPr>
                  <p:cNvPr id="622" name="Google Shape;690;p22"/>
                  <p:cNvSpPr/>
                  <p:nvPr/>
                </p:nvSpPr>
                <p:spPr>
                  <a:xfrm>
                    <a:off x="0" y="26963"/>
                    <a:ext cx="296899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623" name="Google Shape;691;p22"/>
                  <p:cNvSpPr/>
                  <p:nvPr/>
                </p:nvSpPr>
                <p:spPr>
                  <a:xfrm>
                    <a:off x="1" y="-1"/>
                    <a:ext cx="296897" cy="53934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6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itle Text"/>
          <p:cNvSpPr txBox="1">
            <a:spLocks noGrp="1"/>
          </p:cNvSpPr>
          <p:nvPr>
            <p:ph type="title"/>
          </p:nvPr>
        </p:nvSpPr>
        <p:spPr>
          <a:xfrm>
            <a:off x="716700" y="510900"/>
            <a:ext cx="7710600" cy="482401"/>
          </a:xfrm>
          <a:prstGeom prst="rect">
            <a:avLst/>
          </a:prstGeom>
        </p:spPr>
        <p:txBody>
          <a:bodyPr/>
          <a:lstStyle>
            <a:lvl1pPr algn="ctr">
              <a:defRPr sz="2400" b="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p4"/>
          <p:cNvSpPr/>
          <p:nvPr/>
        </p:nvSpPr>
        <p:spPr>
          <a:xfrm rot="17585327" flipH="1">
            <a:off x="-1679448" y="-1038665"/>
            <a:ext cx="2928383" cy="2509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" name="Google Shape;24;p4"/>
          <p:cNvSpPr/>
          <p:nvPr/>
        </p:nvSpPr>
        <p:spPr>
          <a:xfrm flipH="1">
            <a:off x="8355841" y="2667286"/>
            <a:ext cx="734048" cy="452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4" y="21600"/>
                </a:moveTo>
                <a:lnTo>
                  <a:pt x="666" y="21600"/>
                </a:lnTo>
                <a:cubicBezTo>
                  <a:pt x="299" y="21600"/>
                  <a:pt x="0" y="16746"/>
                  <a:pt x="0" y="10800"/>
                </a:cubicBezTo>
                <a:cubicBezTo>
                  <a:pt x="0" y="4854"/>
                  <a:pt x="299" y="0"/>
                  <a:pt x="666" y="0"/>
                </a:cubicBezTo>
                <a:lnTo>
                  <a:pt x="20934" y="0"/>
                </a:lnTo>
                <a:cubicBezTo>
                  <a:pt x="21301" y="0"/>
                  <a:pt x="21600" y="4854"/>
                  <a:pt x="21600" y="10800"/>
                </a:cubicBezTo>
                <a:cubicBezTo>
                  <a:pt x="21600" y="16746"/>
                  <a:pt x="21301" y="21600"/>
                  <a:pt x="20934" y="2160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35" name="Google Shape;25;p4"/>
          <p:cNvGrpSpPr/>
          <p:nvPr/>
        </p:nvGrpSpPr>
        <p:grpSpPr>
          <a:xfrm>
            <a:off x="8380532" y="1729927"/>
            <a:ext cx="668797" cy="959757"/>
            <a:chOff x="0" y="-2"/>
            <a:chExt cx="668796" cy="959756"/>
          </a:xfrm>
        </p:grpSpPr>
        <p:grpSp>
          <p:nvGrpSpPr>
            <p:cNvPr id="31" name="Google Shape;26;p4"/>
            <p:cNvGrpSpPr/>
            <p:nvPr/>
          </p:nvGrpSpPr>
          <p:grpSpPr>
            <a:xfrm>
              <a:off x="111303" y="-3"/>
              <a:ext cx="557495" cy="959757"/>
              <a:chOff x="0" y="-1"/>
              <a:chExt cx="557493" cy="959756"/>
            </a:xfrm>
          </p:grpSpPr>
          <p:grpSp>
            <p:nvGrpSpPr>
              <p:cNvPr id="12" name="Google Shape;27;p4"/>
              <p:cNvGrpSpPr/>
              <p:nvPr/>
            </p:nvGrpSpPr>
            <p:grpSpPr>
              <a:xfrm>
                <a:off x="-1" y="142004"/>
                <a:ext cx="215974" cy="817751"/>
                <a:chOff x="0" y="0"/>
                <a:chExt cx="215973" cy="817749"/>
              </a:xfrm>
            </p:grpSpPr>
            <p:sp>
              <p:nvSpPr>
                <p:cNvPr id="4" name="Google Shape;28;p4"/>
                <p:cNvSpPr/>
                <p:nvPr/>
              </p:nvSpPr>
              <p:spPr>
                <a:xfrm rot="447735" flipH="1">
                  <a:off x="52132" y="3823"/>
                  <a:ext cx="111710" cy="810104"/>
                </a:xfrm>
                <a:prstGeom prst="rect">
                  <a:avLst/>
                </a:prstGeom>
                <a:solidFill>
                  <a:srgbClr val="35363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" name="Google Shape;29;p4"/>
                <p:cNvSpPr/>
                <p:nvPr/>
              </p:nvSpPr>
              <p:spPr>
                <a:xfrm flipH="1">
                  <a:off x="134751" y="40025"/>
                  <a:ext cx="37447" cy="37451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" name="Google Shape;30;p4"/>
                <p:cNvSpPr/>
                <p:nvPr/>
              </p:nvSpPr>
              <p:spPr>
                <a:xfrm flipH="1">
                  <a:off x="126956" y="99685"/>
                  <a:ext cx="37445" cy="37451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grpSp>
              <p:nvGrpSpPr>
                <p:cNvPr id="11" name="Google Shape;31;p4"/>
                <p:cNvGrpSpPr/>
                <p:nvPr/>
              </p:nvGrpSpPr>
              <p:grpSpPr>
                <a:xfrm>
                  <a:off x="28236" y="623159"/>
                  <a:ext cx="88986" cy="102131"/>
                  <a:chOff x="0" y="-1"/>
                  <a:chExt cx="88985" cy="102129"/>
                </a:xfrm>
              </p:grpSpPr>
              <p:sp>
                <p:nvSpPr>
                  <p:cNvPr id="7" name="Google Shape;32;p4"/>
                  <p:cNvSpPr/>
                  <p:nvPr/>
                </p:nvSpPr>
                <p:spPr>
                  <a:xfrm rot="447735" flipH="1">
                    <a:off x="10153" y="5026"/>
                    <a:ext cx="78293" cy="13406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8" name="Google Shape;33;p4"/>
                  <p:cNvSpPr/>
                  <p:nvPr/>
                </p:nvSpPr>
                <p:spPr>
                  <a:xfrm rot="447735" flipH="1">
                    <a:off x="6755" y="30722"/>
                    <a:ext cx="78292" cy="13406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9" name="Google Shape;34;p4"/>
                  <p:cNvSpPr/>
                  <p:nvPr/>
                </p:nvSpPr>
                <p:spPr>
                  <a:xfrm rot="447735" flipH="1">
                    <a:off x="3931" y="57997"/>
                    <a:ext cx="78293" cy="13406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10" name="Google Shape;35;p4"/>
                  <p:cNvSpPr/>
                  <p:nvPr/>
                </p:nvSpPr>
                <p:spPr>
                  <a:xfrm rot="447735" flipH="1">
                    <a:off x="538" y="83696"/>
                    <a:ext cx="78292" cy="13406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21" name="Google Shape;36;p4"/>
              <p:cNvGrpSpPr/>
              <p:nvPr/>
            </p:nvGrpSpPr>
            <p:grpSpPr>
              <a:xfrm>
                <a:off x="176308" y="-2"/>
                <a:ext cx="203881" cy="957309"/>
                <a:chOff x="0" y="0"/>
                <a:chExt cx="203879" cy="957308"/>
              </a:xfrm>
            </p:grpSpPr>
            <p:sp>
              <p:nvSpPr>
                <p:cNvPr id="13" name="Google Shape;37;p4"/>
                <p:cNvSpPr/>
                <p:nvPr/>
              </p:nvSpPr>
              <p:spPr>
                <a:xfrm rot="172174" flipH="1">
                  <a:off x="23697" y="3320"/>
                  <a:ext cx="156484" cy="950668"/>
                </a:xfrm>
                <a:prstGeom prst="rect">
                  <a:avLst/>
                </a:prstGeom>
                <a:solidFill>
                  <a:srgbClr val="35363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4" name="Google Shape;38;p4"/>
                <p:cNvSpPr/>
                <p:nvPr/>
              </p:nvSpPr>
              <p:spPr>
                <a:xfrm flipH="1">
                  <a:off x="64523" y="404057"/>
                  <a:ext cx="77961" cy="77969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grpSp>
              <p:nvGrpSpPr>
                <p:cNvPr id="17" name="Google Shape;39;p4"/>
                <p:cNvGrpSpPr/>
                <p:nvPr/>
              </p:nvGrpSpPr>
              <p:grpSpPr>
                <a:xfrm>
                  <a:off x="59126" y="277174"/>
                  <a:ext cx="103482" cy="44290"/>
                  <a:chOff x="0" y="0"/>
                  <a:chExt cx="103480" cy="44288"/>
                </a:xfrm>
              </p:grpSpPr>
              <p:sp>
                <p:nvSpPr>
                  <p:cNvPr id="15" name="Google Shape;40;p4"/>
                  <p:cNvSpPr/>
                  <p:nvPr/>
                </p:nvSpPr>
                <p:spPr>
                  <a:xfrm rot="172174" flipH="1">
                    <a:off x="1483" y="2537"/>
                    <a:ext cx="101730" cy="13291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16" name="Google Shape;41;p4"/>
                  <p:cNvSpPr/>
                  <p:nvPr/>
                </p:nvSpPr>
                <p:spPr>
                  <a:xfrm rot="172174" flipH="1">
                    <a:off x="268" y="28459"/>
                    <a:ext cx="101732" cy="13291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0" name="Google Shape;42;p4"/>
                <p:cNvGrpSpPr/>
                <p:nvPr/>
              </p:nvGrpSpPr>
              <p:grpSpPr>
                <a:xfrm>
                  <a:off x="41415" y="629660"/>
                  <a:ext cx="103569" cy="44455"/>
                  <a:chOff x="0" y="0"/>
                  <a:chExt cx="103567" cy="44454"/>
                </a:xfrm>
              </p:grpSpPr>
              <p:sp>
                <p:nvSpPr>
                  <p:cNvPr id="18" name="Google Shape;43;p4"/>
                  <p:cNvSpPr/>
                  <p:nvPr/>
                </p:nvSpPr>
                <p:spPr>
                  <a:xfrm rot="172174" flipH="1">
                    <a:off x="1570" y="2537"/>
                    <a:ext cx="101730" cy="13292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19" name="Google Shape;44;p4"/>
                  <p:cNvSpPr/>
                  <p:nvPr/>
                </p:nvSpPr>
                <p:spPr>
                  <a:xfrm rot="172174" flipH="1">
                    <a:off x="269" y="28624"/>
                    <a:ext cx="101729" cy="13292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30" name="Google Shape;45;p4"/>
              <p:cNvGrpSpPr/>
              <p:nvPr/>
            </p:nvGrpSpPr>
            <p:grpSpPr>
              <a:xfrm>
                <a:off x="377682" y="75501"/>
                <a:ext cx="179811" cy="882702"/>
                <a:chOff x="0" y="0"/>
                <a:chExt cx="179810" cy="882700"/>
              </a:xfrm>
            </p:grpSpPr>
            <p:sp>
              <p:nvSpPr>
                <p:cNvPr id="22" name="Google Shape;46;p4"/>
                <p:cNvSpPr/>
                <p:nvPr/>
              </p:nvSpPr>
              <p:spPr>
                <a:xfrm flipH="1">
                  <a:off x="0" y="-1"/>
                  <a:ext cx="179811" cy="882701"/>
                </a:xfrm>
                <a:prstGeom prst="rect">
                  <a:avLst/>
                </a:pr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23" name="Google Shape;47;p4"/>
                <p:cNvSpPr/>
                <p:nvPr/>
              </p:nvSpPr>
              <p:spPr>
                <a:xfrm flipH="1">
                  <a:off x="35164" y="69405"/>
                  <a:ext cx="109483" cy="109493"/>
                </a:xfrm>
                <a:prstGeom prst="ellipse">
                  <a:avLst/>
                </a:prstGeom>
                <a:solidFill>
                  <a:srgbClr val="F3F3F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grpSp>
              <p:nvGrpSpPr>
                <p:cNvPr id="26" name="Google Shape;48;p4"/>
                <p:cNvGrpSpPr/>
                <p:nvPr/>
              </p:nvGrpSpPr>
              <p:grpSpPr>
                <a:xfrm>
                  <a:off x="32792" y="580329"/>
                  <a:ext cx="114229" cy="39328"/>
                  <a:chOff x="0" y="0"/>
                  <a:chExt cx="114227" cy="39326"/>
                </a:xfrm>
              </p:grpSpPr>
              <p:sp>
                <p:nvSpPr>
                  <p:cNvPr id="24" name="Google Shape;49;p4"/>
                  <p:cNvSpPr/>
                  <p:nvPr/>
                </p:nvSpPr>
                <p:spPr>
                  <a:xfrm flipH="1">
                    <a:off x="0" y="-1"/>
                    <a:ext cx="114229" cy="13307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5" name="Google Shape;50;p4"/>
                  <p:cNvSpPr/>
                  <p:nvPr/>
                </p:nvSpPr>
                <p:spPr>
                  <a:xfrm flipH="1">
                    <a:off x="0" y="26017"/>
                    <a:ext cx="114229" cy="13309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9" name="Google Shape;51;p4"/>
                <p:cNvGrpSpPr/>
                <p:nvPr/>
              </p:nvGrpSpPr>
              <p:grpSpPr>
                <a:xfrm>
                  <a:off x="32792" y="779142"/>
                  <a:ext cx="114229" cy="39326"/>
                  <a:chOff x="0" y="-1"/>
                  <a:chExt cx="114227" cy="39324"/>
                </a:xfrm>
              </p:grpSpPr>
              <p:sp>
                <p:nvSpPr>
                  <p:cNvPr id="27" name="Google Shape;52;p4"/>
                  <p:cNvSpPr/>
                  <p:nvPr/>
                </p:nvSpPr>
                <p:spPr>
                  <a:xfrm flipH="1">
                    <a:off x="0" y="-2"/>
                    <a:ext cx="114229" cy="13308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28" name="Google Shape;53;p4"/>
                  <p:cNvSpPr/>
                  <p:nvPr/>
                </p:nvSpPr>
                <p:spPr>
                  <a:xfrm flipH="1">
                    <a:off x="0" y="26016"/>
                    <a:ext cx="114229" cy="13308"/>
                  </a:xfrm>
                  <a:prstGeom prst="rect">
                    <a:avLst/>
                  </a:pr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  <p:grpSp>
          <p:nvGrpSpPr>
            <p:cNvPr id="34" name="Google Shape;54;p4"/>
            <p:cNvGrpSpPr/>
            <p:nvPr/>
          </p:nvGrpSpPr>
          <p:grpSpPr>
            <a:xfrm>
              <a:off x="0" y="320053"/>
              <a:ext cx="189549" cy="638769"/>
              <a:chOff x="0" y="0"/>
              <a:chExt cx="189548" cy="638768"/>
            </a:xfrm>
          </p:grpSpPr>
          <p:sp>
            <p:nvSpPr>
              <p:cNvPr id="32" name="Google Shape;55;p4"/>
              <p:cNvSpPr/>
              <p:nvPr/>
            </p:nvSpPr>
            <p:spPr>
              <a:xfrm rot="631368" flipH="1">
                <a:off x="57431" y="1473"/>
                <a:ext cx="74687" cy="635823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" name="Google Shape;56;p4"/>
              <p:cNvSpPr/>
              <p:nvPr/>
            </p:nvSpPr>
            <p:spPr>
              <a:xfrm rot="631368" flipH="1">
                <a:off x="80483" y="162985"/>
                <a:ext cx="23119" cy="365676"/>
              </a:xfrm>
              <a:prstGeom prst="rect">
                <a:avLst/>
              </a:prstGeom>
              <a:solidFill>
                <a:srgbClr val="F3F3F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grpSp>
        <p:nvGrpSpPr>
          <p:cNvPr id="66" name="Google Shape;57;p4"/>
          <p:cNvGrpSpPr/>
          <p:nvPr/>
        </p:nvGrpSpPr>
        <p:grpSpPr>
          <a:xfrm>
            <a:off x="8485921" y="662235"/>
            <a:ext cx="516126" cy="779230"/>
            <a:chOff x="-1" y="-1"/>
            <a:chExt cx="516125" cy="779229"/>
          </a:xfrm>
        </p:grpSpPr>
        <p:grpSp>
          <p:nvGrpSpPr>
            <p:cNvPr id="50" name="Google Shape;58;p4"/>
            <p:cNvGrpSpPr/>
            <p:nvPr/>
          </p:nvGrpSpPr>
          <p:grpSpPr>
            <a:xfrm>
              <a:off x="-2" y="-2"/>
              <a:ext cx="390378" cy="664317"/>
              <a:chOff x="0" y="-1"/>
              <a:chExt cx="390377" cy="664316"/>
            </a:xfrm>
          </p:grpSpPr>
          <p:sp>
            <p:nvSpPr>
              <p:cNvPr id="36" name="Google Shape;59;p4"/>
              <p:cNvSpPr/>
              <p:nvPr/>
            </p:nvSpPr>
            <p:spPr>
              <a:xfrm flipH="1">
                <a:off x="-1" y="-2"/>
                <a:ext cx="390378" cy="664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95" y="21597"/>
                    </a:moveTo>
                    <a:lnTo>
                      <a:pt x="0" y="21597"/>
                    </a:lnTo>
                    <a:lnTo>
                      <a:pt x="0" y="0"/>
                    </a:lnTo>
                    <a:lnTo>
                      <a:pt x="16058" y="0"/>
                    </a:lnTo>
                    <a:cubicBezTo>
                      <a:pt x="18220" y="1270"/>
                      <a:pt x="19434" y="1984"/>
                      <a:pt x="21600" y="325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43" name="Google Shape;60;p4"/>
              <p:cNvGrpSpPr/>
              <p:nvPr/>
            </p:nvGrpSpPr>
            <p:grpSpPr>
              <a:xfrm>
                <a:off x="55416" y="86099"/>
                <a:ext cx="279207" cy="256442"/>
                <a:chOff x="0" y="0"/>
                <a:chExt cx="279206" cy="256440"/>
              </a:xfrm>
            </p:grpSpPr>
            <p:sp>
              <p:nvSpPr>
                <p:cNvPr id="37" name="Google Shape;61;p4"/>
                <p:cNvSpPr/>
                <p:nvPr/>
              </p:nvSpPr>
              <p:spPr>
                <a:xfrm flipH="1">
                  <a:off x="-1" y="-1"/>
                  <a:ext cx="279207" cy="19071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8" name="Google Shape;62;p4"/>
                <p:cNvSpPr/>
                <p:nvPr/>
              </p:nvSpPr>
              <p:spPr>
                <a:xfrm flipH="1">
                  <a:off x="-1" y="47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9" name="Google Shape;63;p4"/>
                <p:cNvSpPr/>
                <p:nvPr/>
              </p:nvSpPr>
              <p:spPr>
                <a:xfrm flipH="1">
                  <a:off x="-1" y="94914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0" name="Google Shape;64;p4"/>
                <p:cNvSpPr/>
                <p:nvPr/>
              </p:nvSpPr>
              <p:spPr>
                <a:xfrm flipH="1">
                  <a:off x="-1" y="142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1" name="Google Shape;65;p4"/>
                <p:cNvSpPr/>
                <p:nvPr/>
              </p:nvSpPr>
              <p:spPr>
                <a:xfrm flipH="1">
                  <a:off x="-1" y="189913"/>
                  <a:ext cx="279207" cy="19071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2" name="Google Shape;66;p4"/>
                <p:cNvSpPr/>
                <p:nvPr/>
              </p:nvSpPr>
              <p:spPr>
                <a:xfrm flipH="1">
                  <a:off x="114900" y="237371"/>
                  <a:ext cx="164306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48" name="Google Shape;67;p4"/>
              <p:cNvGrpSpPr/>
              <p:nvPr/>
            </p:nvGrpSpPr>
            <p:grpSpPr>
              <a:xfrm>
                <a:off x="55416" y="419061"/>
                <a:ext cx="279207" cy="161528"/>
                <a:chOff x="0" y="0"/>
                <a:chExt cx="279206" cy="161526"/>
              </a:xfrm>
            </p:grpSpPr>
            <p:sp>
              <p:nvSpPr>
                <p:cNvPr id="44" name="Google Shape;68;p4"/>
                <p:cNvSpPr/>
                <p:nvPr/>
              </p:nvSpPr>
              <p:spPr>
                <a:xfrm flipH="1">
                  <a:off x="-1" y="0"/>
                  <a:ext cx="279207" cy="19069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5" name="Google Shape;69;p4"/>
                <p:cNvSpPr/>
                <p:nvPr/>
              </p:nvSpPr>
              <p:spPr>
                <a:xfrm flipH="1">
                  <a:off x="-1" y="47456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6" name="Google Shape;70;p4"/>
                <p:cNvSpPr/>
                <p:nvPr/>
              </p:nvSpPr>
              <p:spPr>
                <a:xfrm flipH="1">
                  <a:off x="-1" y="94998"/>
                  <a:ext cx="279207" cy="19070"/>
                </a:xfrm>
                <a:prstGeom prst="rect">
                  <a:avLst/>
                </a:pr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47" name="Google Shape;71;p4"/>
                <p:cNvSpPr/>
                <p:nvPr/>
              </p:nvSpPr>
              <p:spPr>
                <a:xfrm flipH="1">
                  <a:off x="114900" y="142457"/>
                  <a:ext cx="164306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49" name="Google Shape;72;p4"/>
              <p:cNvSpPr/>
              <p:nvPr/>
            </p:nvSpPr>
            <p:spPr>
              <a:xfrm flipH="1">
                <a:off x="83" y="-2"/>
                <a:ext cx="100160" cy="1001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cubicBezTo>
                      <a:pt x="8424" y="8424"/>
                      <a:pt x="13157" y="13157"/>
                      <a:pt x="21600" y="21600"/>
                    </a:cubicBezTo>
                    <a:close/>
                  </a:path>
                </a:pathLst>
              </a:custGeom>
              <a:solidFill>
                <a:srgbClr val="3536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65" name="Google Shape;73;p4"/>
            <p:cNvGrpSpPr/>
            <p:nvPr/>
          </p:nvGrpSpPr>
          <p:grpSpPr>
            <a:xfrm>
              <a:off x="125744" y="114998"/>
              <a:ext cx="390380" cy="664230"/>
              <a:chOff x="0" y="0"/>
              <a:chExt cx="390378" cy="664229"/>
            </a:xfrm>
          </p:grpSpPr>
          <p:sp>
            <p:nvSpPr>
              <p:cNvPr id="51" name="Google Shape;74;p4"/>
              <p:cNvSpPr/>
              <p:nvPr/>
            </p:nvSpPr>
            <p:spPr>
              <a:xfrm flipH="1">
                <a:off x="-1" y="0"/>
                <a:ext cx="390379" cy="6642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95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16058" y="0"/>
                    </a:lnTo>
                    <a:cubicBezTo>
                      <a:pt x="18220" y="1270"/>
                      <a:pt x="19434" y="1984"/>
                      <a:pt x="21600" y="325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58" name="Google Shape;75;p4"/>
              <p:cNvGrpSpPr/>
              <p:nvPr/>
            </p:nvGrpSpPr>
            <p:grpSpPr>
              <a:xfrm>
                <a:off x="55417" y="86014"/>
                <a:ext cx="279208" cy="256527"/>
                <a:chOff x="0" y="0"/>
                <a:chExt cx="279207" cy="256525"/>
              </a:xfrm>
            </p:grpSpPr>
            <p:sp>
              <p:nvSpPr>
                <p:cNvPr id="52" name="Google Shape;76;p4"/>
                <p:cNvSpPr/>
                <p:nvPr/>
              </p:nvSpPr>
              <p:spPr>
                <a:xfrm flipH="1">
                  <a:off x="0" y="-1"/>
                  <a:ext cx="279207" cy="19071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3" name="Google Shape;77;p4"/>
                <p:cNvSpPr/>
                <p:nvPr/>
              </p:nvSpPr>
              <p:spPr>
                <a:xfrm flipH="1">
                  <a:off x="0" y="47541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4" name="Google Shape;78;p4"/>
                <p:cNvSpPr/>
                <p:nvPr/>
              </p:nvSpPr>
              <p:spPr>
                <a:xfrm flipH="1">
                  <a:off x="0" y="94998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5" name="Google Shape;79;p4"/>
                <p:cNvSpPr/>
                <p:nvPr/>
              </p:nvSpPr>
              <p:spPr>
                <a:xfrm flipH="1">
                  <a:off x="0" y="142456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6" name="Google Shape;80;p4"/>
                <p:cNvSpPr/>
                <p:nvPr/>
              </p:nvSpPr>
              <p:spPr>
                <a:xfrm flipH="1">
                  <a:off x="0" y="189998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57" name="Google Shape;81;p4"/>
                <p:cNvSpPr/>
                <p:nvPr/>
              </p:nvSpPr>
              <p:spPr>
                <a:xfrm flipH="1">
                  <a:off x="114902" y="237455"/>
                  <a:ext cx="164306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63" name="Google Shape;82;p4"/>
              <p:cNvGrpSpPr/>
              <p:nvPr/>
            </p:nvGrpSpPr>
            <p:grpSpPr>
              <a:xfrm>
                <a:off x="55417" y="419060"/>
                <a:ext cx="279208" cy="161530"/>
                <a:chOff x="0" y="0"/>
                <a:chExt cx="279207" cy="161528"/>
              </a:xfrm>
            </p:grpSpPr>
            <p:sp>
              <p:nvSpPr>
                <p:cNvPr id="59" name="Google Shape;83;p4"/>
                <p:cNvSpPr/>
                <p:nvPr/>
              </p:nvSpPr>
              <p:spPr>
                <a:xfrm flipH="1">
                  <a:off x="0" y="0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0" name="Google Shape;84;p4"/>
                <p:cNvSpPr/>
                <p:nvPr/>
              </p:nvSpPr>
              <p:spPr>
                <a:xfrm flipH="1">
                  <a:off x="0" y="47456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1" name="Google Shape;85;p4"/>
                <p:cNvSpPr/>
                <p:nvPr/>
              </p:nvSpPr>
              <p:spPr>
                <a:xfrm flipH="1">
                  <a:off x="0" y="94915"/>
                  <a:ext cx="279207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62" name="Google Shape;86;p4"/>
                <p:cNvSpPr/>
                <p:nvPr/>
              </p:nvSpPr>
              <p:spPr>
                <a:xfrm flipH="1">
                  <a:off x="114902" y="142459"/>
                  <a:ext cx="164306" cy="19070"/>
                </a:xfrm>
                <a:prstGeom prst="rect">
                  <a:avLst/>
                </a:prstGeom>
                <a:solidFill>
                  <a:schemeClr val="accent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64" name="Google Shape;87;p4"/>
              <p:cNvSpPr/>
              <p:nvPr/>
            </p:nvSpPr>
            <p:spPr>
              <a:xfrm flipH="1">
                <a:off x="83" y="0"/>
                <a:ext cx="100160" cy="1001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cubicBezTo>
                      <a:pt x="8424" y="8424"/>
                      <a:pt x="13157" y="13157"/>
                      <a:pt x="21600" y="2160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grpSp>
        <p:nvGrpSpPr>
          <p:cNvPr id="70" name="Google Shape;88;p4"/>
          <p:cNvGrpSpPr/>
          <p:nvPr/>
        </p:nvGrpSpPr>
        <p:grpSpPr>
          <a:xfrm>
            <a:off x="8768852" y="1439764"/>
            <a:ext cx="22036" cy="294490"/>
            <a:chOff x="0" y="0"/>
            <a:chExt cx="22034" cy="294488"/>
          </a:xfrm>
        </p:grpSpPr>
        <p:sp>
          <p:nvSpPr>
            <p:cNvPr id="67" name="Google Shape;89;p4"/>
            <p:cNvSpPr/>
            <p:nvPr/>
          </p:nvSpPr>
          <p:spPr>
            <a:xfrm flipV="1">
              <a:off x="12287" y="10508"/>
              <a:ext cx="3" cy="273556"/>
            </a:xfrm>
            <a:prstGeom prst="line">
              <a:avLst/>
            </a:prstGeom>
            <a:noFill/>
            <a:ln w="10950" cap="flat">
              <a:solidFill>
                <a:schemeClr val="accent4"/>
              </a:solidFill>
              <a:prstDash val="dashDot"/>
              <a:miter lim="8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chemeClr val="accent4"/>
                  </a:solidFill>
                </a:defRPr>
              </a:pPr>
              <a:endParaRPr/>
            </a:p>
          </p:txBody>
        </p:sp>
        <p:sp>
          <p:nvSpPr>
            <p:cNvPr id="68" name="Google Shape;90;p4"/>
            <p:cNvSpPr/>
            <p:nvPr/>
          </p:nvSpPr>
          <p:spPr>
            <a:xfrm flipH="1">
              <a:off x="0" y="272450"/>
              <a:ext cx="22036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81"/>
                    <a:pt x="16782" y="21600"/>
                    <a:pt x="10800" y="21600"/>
                  </a:cubicBezTo>
                  <a:cubicBezTo>
                    <a:pt x="4818" y="21600"/>
                    <a:pt x="0" y="16781"/>
                    <a:pt x="0" y="10800"/>
                  </a:cubicBezTo>
                  <a:cubicBezTo>
                    <a:pt x="0" y="4818"/>
                    <a:pt x="4818" y="0"/>
                    <a:pt x="10800" y="0"/>
                  </a:cubicBezTo>
                  <a:cubicBezTo>
                    <a:pt x="16782" y="0"/>
                    <a:pt x="21600" y="4818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9" name="Google Shape;91;p4"/>
            <p:cNvSpPr/>
            <p:nvPr/>
          </p:nvSpPr>
          <p:spPr>
            <a:xfrm flipH="1">
              <a:off x="0" y="-1"/>
              <a:ext cx="22036" cy="22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18"/>
                    <a:pt x="16782" y="0"/>
                    <a:pt x="10800" y="0"/>
                  </a:cubicBezTo>
                  <a:cubicBezTo>
                    <a:pt x="4818" y="0"/>
                    <a:pt x="0" y="4818"/>
                    <a:pt x="0" y="10800"/>
                  </a:cubicBezTo>
                  <a:cubicBezTo>
                    <a:pt x="0" y="16781"/>
                    <a:pt x="4818" y="21600"/>
                    <a:pt x="10800" y="21600"/>
                  </a:cubicBezTo>
                  <a:cubicBezTo>
                    <a:pt x="16782" y="21600"/>
                    <a:pt x="21600" y="16781"/>
                    <a:pt x="21600" y="108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71" name="Google Shape;92;p4"/>
          <p:cNvSpPr/>
          <p:nvPr/>
        </p:nvSpPr>
        <p:spPr>
          <a:xfrm rot="8662747" flipH="1">
            <a:off x="7463858" y="4173500"/>
            <a:ext cx="2545974" cy="1921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6" h="21600" extrusionOk="0">
                <a:moveTo>
                  <a:pt x="11022" y="0"/>
                </a:moveTo>
                <a:cubicBezTo>
                  <a:pt x="9855" y="0"/>
                  <a:pt x="8406" y="285"/>
                  <a:pt x="6970" y="1311"/>
                </a:cubicBezTo>
                <a:cubicBezTo>
                  <a:pt x="3728" y="3623"/>
                  <a:pt x="2094" y="8212"/>
                  <a:pt x="688" y="11890"/>
                </a:cubicBezTo>
                <a:cubicBezTo>
                  <a:pt x="-719" y="15568"/>
                  <a:pt x="91" y="19304"/>
                  <a:pt x="2566" y="21010"/>
                </a:cubicBezTo>
                <a:cubicBezTo>
                  <a:pt x="3189" y="21438"/>
                  <a:pt x="3762" y="21600"/>
                  <a:pt x="4325" y="21600"/>
                </a:cubicBezTo>
                <a:cubicBezTo>
                  <a:pt x="6002" y="21600"/>
                  <a:pt x="7597" y="20169"/>
                  <a:pt x="10194" y="20077"/>
                </a:cubicBezTo>
                <a:cubicBezTo>
                  <a:pt x="10616" y="20062"/>
                  <a:pt x="11000" y="20058"/>
                  <a:pt x="11355" y="20058"/>
                </a:cubicBezTo>
                <a:cubicBezTo>
                  <a:pt x="11789" y="20058"/>
                  <a:pt x="12180" y="20064"/>
                  <a:pt x="12541" y="20064"/>
                </a:cubicBezTo>
                <a:cubicBezTo>
                  <a:pt x="14313" y="20064"/>
                  <a:pt x="15377" y="19914"/>
                  <a:pt x="17480" y="18143"/>
                </a:cubicBezTo>
                <a:cubicBezTo>
                  <a:pt x="20360" y="15716"/>
                  <a:pt x="20881" y="9991"/>
                  <a:pt x="18609" y="5755"/>
                </a:cubicBezTo>
                <a:cubicBezTo>
                  <a:pt x="16336" y="1519"/>
                  <a:pt x="13513" y="450"/>
                  <a:pt x="13513" y="450"/>
                </a:cubicBezTo>
                <a:cubicBezTo>
                  <a:pt x="13513" y="450"/>
                  <a:pt x="12489" y="0"/>
                  <a:pt x="11022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90" name="Google Shape;93;p4"/>
          <p:cNvGrpSpPr/>
          <p:nvPr/>
        </p:nvGrpSpPr>
        <p:grpSpPr>
          <a:xfrm>
            <a:off x="122949" y="4228558"/>
            <a:ext cx="830005" cy="750895"/>
            <a:chOff x="-2" y="0"/>
            <a:chExt cx="830003" cy="750893"/>
          </a:xfrm>
        </p:grpSpPr>
        <p:grpSp>
          <p:nvGrpSpPr>
            <p:cNvPr id="77" name="Google Shape;94;p4"/>
            <p:cNvGrpSpPr/>
            <p:nvPr/>
          </p:nvGrpSpPr>
          <p:grpSpPr>
            <a:xfrm>
              <a:off x="-3" y="0"/>
              <a:ext cx="830005" cy="750894"/>
              <a:chOff x="-1" y="0"/>
              <a:chExt cx="830003" cy="750893"/>
            </a:xfrm>
          </p:grpSpPr>
          <p:sp>
            <p:nvSpPr>
              <p:cNvPr id="72" name="Google Shape;95;p4"/>
              <p:cNvSpPr/>
              <p:nvPr/>
            </p:nvSpPr>
            <p:spPr>
              <a:xfrm flipH="1">
                <a:off x="-2" y="-1"/>
                <a:ext cx="830005" cy="750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17" y="0"/>
                    </a:moveTo>
                    <a:cubicBezTo>
                      <a:pt x="20936" y="0"/>
                      <a:pt x="21600" y="734"/>
                      <a:pt x="21600" y="1639"/>
                    </a:cubicBezTo>
                    <a:lnTo>
                      <a:pt x="21600" y="19961"/>
                    </a:lnTo>
                    <a:cubicBezTo>
                      <a:pt x="21600" y="20866"/>
                      <a:pt x="20936" y="21600"/>
                      <a:pt x="20117" y="21600"/>
                    </a:cubicBezTo>
                    <a:lnTo>
                      <a:pt x="1483" y="21600"/>
                    </a:lnTo>
                    <a:cubicBezTo>
                      <a:pt x="664" y="21600"/>
                      <a:pt x="0" y="20866"/>
                      <a:pt x="0" y="19961"/>
                    </a:cubicBezTo>
                    <a:lnTo>
                      <a:pt x="0" y="1639"/>
                    </a:lnTo>
                    <a:cubicBezTo>
                      <a:pt x="0" y="734"/>
                      <a:pt x="664" y="0"/>
                      <a:pt x="1483" y="0"/>
                    </a:cubicBezTo>
                    <a:close/>
                  </a:path>
                </a:pathLst>
              </a:custGeom>
              <a:solidFill>
                <a:srgbClr val="D9DD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76" name="Google Shape;96;p4"/>
              <p:cNvGrpSpPr/>
              <p:nvPr/>
            </p:nvGrpSpPr>
            <p:grpSpPr>
              <a:xfrm>
                <a:off x="60805" y="43219"/>
                <a:ext cx="228688" cy="57634"/>
                <a:chOff x="0" y="0"/>
                <a:chExt cx="228687" cy="57633"/>
              </a:xfrm>
            </p:grpSpPr>
            <p:sp>
              <p:nvSpPr>
                <p:cNvPr id="73" name="Google Shape;97;p4"/>
                <p:cNvSpPr/>
                <p:nvPr/>
              </p:nvSpPr>
              <p:spPr>
                <a:xfrm flipH="1">
                  <a:off x="-1" y="-1"/>
                  <a:ext cx="57636" cy="576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74" name="Google Shape;98;p4"/>
                <p:cNvSpPr/>
                <p:nvPr/>
              </p:nvSpPr>
              <p:spPr>
                <a:xfrm flipH="1">
                  <a:off x="85525" y="-1"/>
                  <a:ext cx="57637" cy="576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75" name="Google Shape;99;p4"/>
                <p:cNvSpPr/>
                <p:nvPr/>
              </p:nvSpPr>
              <p:spPr>
                <a:xfrm flipH="1">
                  <a:off x="171051" y="-1"/>
                  <a:ext cx="57637" cy="576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0"/>
                      </a:moveTo>
                      <a:cubicBezTo>
                        <a:pt x="21600" y="16795"/>
                        <a:pt x="16745" y="21600"/>
                        <a:pt x="10800" y="21600"/>
                      </a:cubicBezTo>
                      <a:cubicBezTo>
                        <a:pt x="4855" y="21600"/>
                        <a:pt x="0" y="16745"/>
                        <a:pt x="0" y="10800"/>
                      </a:cubicBezTo>
                      <a:cubicBezTo>
                        <a:pt x="0" y="4855"/>
                        <a:pt x="4855" y="0"/>
                        <a:pt x="10800" y="0"/>
                      </a:cubicBezTo>
                      <a:cubicBezTo>
                        <a:pt x="16745" y="0"/>
                        <a:pt x="21600" y="4855"/>
                        <a:pt x="21600" y="10800"/>
                      </a:cubicBezTo>
                      <a:close/>
                    </a:path>
                  </a:pathLst>
                </a:custGeom>
                <a:solidFill>
                  <a:srgbClr val="BA003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914400">
                    <a:defRPr sz="1800" b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grpSp>
          <p:nvGrpSpPr>
            <p:cNvPr id="89" name="Google Shape;100;p4"/>
            <p:cNvGrpSpPr/>
            <p:nvPr/>
          </p:nvGrpSpPr>
          <p:grpSpPr>
            <a:xfrm>
              <a:off x="84596" y="228923"/>
              <a:ext cx="653139" cy="337322"/>
              <a:chOff x="-2" y="-1"/>
              <a:chExt cx="653138" cy="337321"/>
            </a:xfrm>
          </p:grpSpPr>
          <p:sp>
            <p:nvSpPr>
              <p:cNvPr id="78" name="Google Shape;101;p4"/>
              <p:cNvSpPr/>
              <p:nvPr/>
            </p:nvSpPr>
            <p:spPr>
              <a:xfrm flipH="1">
                <a:off x="349897" y="12424"/>
                <a:ext cx="303239" cy="302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12" y="12822"/>
                    </a:moveTo>
                    <a:cubicBezTo>
                      <a:pt x="21534" y="12172"/>
                      <a:pt x="21600" y="11493"/>
                      <a:pt x="21600" y="10805"/>
                    </a:cubicBezTo>
                    <a:cubicBezTo>
                      <a:pt x="21600" y="10116"/>
                      <a:pt x="21534" y="9447"/>
                      <a:pt x="21412" y="8787"/>
                    </a:cubicBezTo>
                    <a:lnTo>
                      <a:pt x="17918" y="8787"/>
                    </a:lnTo>
                    <a:cubicBezTo>
                      <a:pt x="17758" y="8221"/>
                      <a:pt x="17542" y="7693"/>
                      <a:pt x="17259" y="7194"/>
                    </a:cubicBezTo>
                    <a:lnTo>
                      <a:pt x="19726" y="4723"/>
                    </a:lnTo>
                    <a:cubicBezTo>
                      <a:pt x="18964" y="3602"/>
                      <a:pt x="18003" y="2640"/>
                      <a:pt x="16883" y="1876"/>
                    </a:cubicBezTo>
                    <a:lnTo>
                      <a:pt x="14406" y="4356"/>
                    </a:lnTo>
                    <a:cubicBezTo>
                      <a:pt x="13907" y="4073"/>
                      <a:pt x="13371" y="3856"/>
                      <a:pt x="12815" y="3696"/>
                    </a:cubicBezTo>
                    <a:lnTo>
                      <a:pt x="12815" y="189"/>
                    </a:lnTo>
                    <a:cubicBezTo>
                      <a:pt x="12165" y="66"/>
                      <a:pt x="11487" y="0"/>
                      <a:pt x="10800" y="0"/>
                    </a:cubicBezTo>
                    <a:cubicBezTo>
                      <a:pt x="10113" y="0"/>
                      <a:pt x="9444" y="66"/>
                      <a:pt x="8785" y="189"/>
                    </a:cubicBezTo>
                    <a:lnTo>
                      <a:pt x="8785" y="3696"/>
                    </a:lnTo>
                    <a:cubicBezTo>
                      <a:pt x="8220" y="3856"/>
                      <a:pt x="7693" y="4073"/>
                      <a:pt x="7194" y="4356"/>
                    </a:cubicBezTo>
                    <a:lnTo>
                      <a:pt x="4717" y="1876"/>
                    </a:lnTo>
                    <a:cubicBezTo>
                      <a:pt x="3597" y="2640"/>
                      <a:pt x="2636" y="3611"/>
                      <a:pt x="1874" y="4723"/>
                    </a:cubicBezTo>
                    <a:lnTo>
                      <a:pt x="4341" y="7194"/>
                    </a:lnTo>
                    <a:cubicBezTo>
                      <a:pt x="4058" y="7693"/>
                      <a:pt x="3842" y="8231"/>
                      <a:pt x="3682" y="8787"/>
                    </a:cubicBezTo>
                    <a:lnTo>
                      <a:pt x="188" y="8787"/>
                    </a:lnTo>
                    <a:cubicBezTo>
                      <a:pt x="66" y="9438"/>
                      <a:pt x="0" y="10116"/>
                      <a:pt x="0" y="10805"/>
                    </a:cubicBezTo>
                    <a:cubicBezTo>
                      <a:pt x="0" y="11493"/>
                      <a:pt x="66" y="12162"/>
                      <a:pt x="188" y="12822"/>
                    </a:cubicBezTo>
                    <a:lnTo>
                      <a:pt x="3682" y="12822"/>
                    </a:lnTo>
                    <a:cubicBezTo>
                      <a:pt x="3842" y="13388"/>
                      <a:pt x="4058" y="13916"/>
                      <a:pt x="4341" y="14416"/>
                    </a:cubicBezTo>
                    <a:lnTo>
                      <a:pt x="1874" y="16886"/>
                    </a:lnTo>
                    <a:cubicBezTo>
                      <a:pt x="2636" y="18008"/>
                      <a:pt x="3597" y="18970"/>
                      <a:pt x="4717" y="19733"/>
                    </a:cubicBezTo>
                    <a:lnTo>
                      <a:pt x="7194" y="17254"/>
                    </a:lnTo>
                    <a:cubicBezTo>
                      <a:pt x="7693" y="17536"/>
                      <a:pt x="8229" y="17753"/>
                      <a:pt x="8785" y="17914"/>
                    </a:cubicBezTo>
                    <a:lnTo>
                      <a:pt x="8785" y="21411"/>
                    </a:lnTo>
                    <a:cubicBezTo>
                      <a:pt x="9435" y="21534"/>
                      <a:pt x="10113" y="21600"/>
                      <a:pt x="10800" y="21600"/>
                    </a:cubicBezTo>
                    <a:cubicBezTo>
                      <a:pt x="11487" y="21600"/>
                      <a:pt x="12156" y="21534"/>
                      <a:pt x="12815" y="21411"/>
                    </a:cubicBezTo>
                    <a:lnTo>
                      <a:pt x="12815" y="17914"/>
                    </a:lnTo>
                    <a:cubicBezTo>
                      <a:pt x="13380" y="17753"/>
                      <a:pt x="13907" y="17527"/>
                      <a:pt x="14406" y="17254"/>
                    </a:cubicBezTo>
                    <a:lnTo>
                      <a:pt x="16883" y="19733"/>
                    </a:lnTo>
                    <a:cubicBezTo>
                      <a:pt x="18003" y="18970"/>
                      <a:pt x="18964" y="18008"/>
                      <a:pt x="19726" y="16886"/>
                    </a:cubicBezTo>
                    <a:lnTo>
                      <a:pt x="17259" y="14406"/>
                    </a:lnTo>
                    <a:cubicBezTo>
                      <a:pt x="17542" y="13907"/>
                      <a:pt x="17758" y="13369"/>
                      <a:pt x="17918" y="12813"/>
                    </a:cubicBezTo>
                    <a:lnTo>
                      <a:pt x="21412" y="12813"/>
                    </a:lnTo>
                    <a:close/>
                    <a:moveTo>
                      <a:pt x="10800" y="12992"/>
                    </a:moveTo>
                    <a:cubicBezTo>
                      <a:pt x="9595" y="12992"/>
                      <a:pt x="8625" y="12012"/>
                      <a:pt x="8625" y="10814"/>
                    </a:cubicBezTo>
                    <a:cubicBezTo>
                      <a:pt x="8625" y="9617"/>
                      <a:pt x="9604" y="8636"/>
                      <a:pt x="10800" y="8636"/>
                    </a:cubicBezTo>
                    <a:cubicBezTo>
                      <a:pt x="11996" y="8636"/>
                      <a:pt x="12975" y="9617"/>
                      <a:pt x="12975" y="10814"/>
                    </a:cubicBezTo>
                    <a:cubicBezTo>
                      <a:pt x="12975" y="12012"/>
                      <a:pt x="11996" y="12992"/>
                      <a:pt x="10800" y="129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88" name="Google Shape;102;p4"/>
              <p:cNvGrpSpPr/>
              <p:nvPr/>
            </p:nvGrpSpPr>
            <p:grpSpPr>
              <a:xfrm>
                <a:off x="-3" y="-2"/>
                <a:ext cx="296901" cy="337322"/>
                <a:chOff x="-1" y="0"/>
                <a:chExt cx="296900" cy="337321"/>
              </a:xfrm>
            </p:grpSpPr>
            <p:grpSp>
              <p:nvGrpSpPr>
                <p:cNvPr id="81" name="Google Shape;103;p4"/>
                <p:cNvGrpSpPr/>
                <p:nvPr/>
              </p:nvGrpSpPr>
              <p:grpSpPr>
                <a:xfrm>
                  <a:off x="-2" y="209236"/>
                  <a:ext cx="296901" cy="128085"/>
                  <a:chOff x="0" y="0"/>
                  <a:chExt cx="296900" cy="128084"/>
                </a:xfrm>
              </p:grpSpPr>
              <p:sp>
                <p:nvSpPr>
                  <p:cNvPr id="79" name="Google Shape;104;p4"/>
                  <p:cNvSpPr/>
                  <p:nvPr/>
                </p:nvSpPr>
                <p:spPr>
                  <a:xfrm flipH="1">
                    <a:off x="-1" y="26963"/>
                    <a:ext cx="296901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80" name="Google Shape;105;p4"/>
                  <p:cNvSpPr/>
                  <p:nvPr/>
                </p:nvSpPr>
                <p:spPr>
                  <a:xfrm flipH="1">
                    <a:off x="-1" y="0"/>
                    <a:ext cx="296899" cy="53931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4" name="Google Shape;106;p4"/>
                <p:cNvGrpSpPr/>
                <p:nvPr/>
              </p:nvGrpSpPr>
              <p:grpSpPr>
                <a:xfrm>
                  <a:off x="-2" y="104684"/>
                  <a:ext cx="296901" cy="128084"/>
                  <a:chOff x="0" y="-1"/>
                  <a:chExt cx="296900" cy="128083"/>
                </a:xfrm>
              </p:grpSpPr>
              <p:sp>
                <p:nvSpPr>
                  <p:cNvPr id="82" name="Google Shape;107;p4"/>
                  <p:cNvSpPr/>
                  <p:nvPr/>
                </p:nvSpPr>
                <p:spPr>
                  <a:xfrm flipH="1">
                    <a:off x="-1" y="26962"/>
                    <a:ext cx="296901" cy="10112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83" name="Google Shape;108;p4"/>
                  <p:cNvSpPr/>
                  <p:nvPr/>
                </p:nvSpPr>
                <p:spPr>
                  <a:xfrm flipH="1">
                    <a:off x="-1" y="-2"/>
                    <a:ext cx="296899" cy="53933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7" name="Google Shape;109;p4"/>
                <p:cNvGrpSpPr/>
                <p:nvPr/>
              </p:nvGrpSpPr>
              <p:grpSpPr>
                <a:xfrm>
                  <a:off x="-2" y="-1"/>
                  <a:ext cx="296901" cy="128085"/>
                  <a:chOff x="0" y="0"/>
                  <a:chExt cx="296900" cy="128084"/>
                </a:xfrm>
              </p:grpSpPr>
              <p:sp>
                <p:nvSpPr>
                  <p:cNvPr id="85" name="Google Shape;110;p4"/>
                  <p:cNvSpPr/>
                  <p:nvPr/>
                </p:nvSpPr>
                <p:spPr>
                  <a:xfrm flipH="1">
                    <a:off x="-1" y="26963"/>
                    <a:ext cx="296901" cy="1011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5840"/>
                        </a:lnTo>
                        <a:cubicBezTo>
                          <a:pt x="0" y="19031"/>
                          <a:pt x="4837" y="21600"/>
                          <a:pt x="10800" y="21600"/>
                        </a:cubicBezTo>
                        <a:cubicBezTo>
                          <a:pt x="16763" y="21600"/>
                          <a:pt x="21600" y="19031"/>
                          <a:pt x="21600" y="15840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F3F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86" name="Google Shape;111;p4"/>
                  <p:cNvSpPr/>
                  <p:nvPr/>
                </p:nvSpPr>
                <p:spPr>
                  <a:xfrm flipH="1">
                    <a:off x="-1" y="0"/>
                    <a:ext cx="296899" cy="53931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</p:grpSp>
      </p:grp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719998" y="445025"/>
            <a:ext cx="7704003" cy="572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normAutofit/>
          </a:bodyPr>
          <a:lstStyle/>
          <a:p>
            <a:r>
              <a:t>Title Text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idx="1"/>
          </p:nvPr>
        </p:nvSpPr>
        <p:spPr>
          <a:xfrm>
            <a:off x="719998" y="1215750"/>
            <a:ext cx="7704003" cy="341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9548" y="4635137"/>
            <a:ext cx="273652" cy="26425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 defTabSz="914400">
              <a:defRPr sz="1200" b="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solidFill>
            <a:srgbClr val="35363B"/>
          </a:solidFill>
          <a:uFillTx/>
          <a:latin typeface="Epilogue"/>
          <a:ea typeface="Epilogue"/>
          <a:cs typeface="Epilogue"/>
          <a:sym typeface="Epilogue"/>
        </a:defRPr>
      </a:lvl9pPr>
    </p:titleStyle>
    <p:bodyStyle>
      <a:lvl1pPr marL="457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●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1pPr>
      <a:lvl2pPr marL="9144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○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2pPr>
      <a:lvl3pPr marL="13716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■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3pPr>
      <a:lvl4pPr marL="18288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●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4pPr>
      <a:lvl5pPr marL="22860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○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5pPr>
      <a:lvl6pPr marL="2743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■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6pPr>
      <a:lvl7pPr marL="32004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●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7pPr>
      <a:lvl8pPr marL="36576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○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8pPr>
      <a:lvl9pPr marL="41148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35363B"/>
        </a:buClr>
        <a:buSzPts val="1200"/>
        <a:buFont typeface="Helvetica"/>
        <a:buChar char="■"/>
        <a:tabLst/>
        <a:defRPr sz="1200" b="0" i="0" u="none" strike="noStrike" cap="none" spc="0" baseline="0">
          <a:solidFill>
            <a:srgbClr val="35363B"/>
          </a:solidFill>
          <a:uFillTx/>
          <a:latin typeface="Lato"/>
          <a:ea typeface="Lato"/>
          <a:cs typeface="Lato"/>
          <a:sym typeface="La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410;p40"/>
          <p:cNvSpPr/>
          <p:nvPr/>
        </p:nvSpPr>
        <p:spPr>
          <a:xfrm>
            <a:off x="1872161" y="19988"/>
            <a:ext cx="5399678" cy="5103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600" y="0"/>
                </a:moveTo>
                <a:cubicBezTo>
                  <a:pt x="1612" y="0"/>
                  <a:pt x="0" y="1091"/>
                  <a:pt x="0" y="2438"/>
                </a:cubicBezTo>
                <a:lnTo>
                  <a:pt x="0" y="19162"/>
                </a:lnTo>
                <a:cubicBezTo>
                  <a:pt x="0" y="20509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509"/>
                  <a:pt x="21600" y="19162"/>
                </a:cubicBezTo>
                <a:lnTo>
                  <a:pt x="21600" y="2438"/>
                </a:lnTo>
                <a:cubicBezTo>
                  <a:pt x="21600" y="1091"/>
                  <a:pt x="19988" y="0"/>
                  <a:pt x="18000" y="0"/>
                </a:cubicBezTo>
                <a:lnTo>
                  <a:pt x="3600" y="0"/>
                </a:lnTo>
                <a:close/>
              </a:path>
            </a:pathLst>
          </a:custGeom>
          <a:ln w="19050">
            <a:solidFill>
              <a:srgbClr val="32516A"/>
            </a:solidFill>
            <a:prstDash val="dash"/>
          </a:ln>
        </p:spPr>
        <p:txBody>
          <a:bodyPr lIns="0" tIns="0" rIns="0" bIns="0"/>
          <a:lstStyle/>
          <a:p>
            <a:pPr defTabSz="914400">
              <a:defRPr sz="1400" b="0">
                <a:solidFill>
                  <a:srgbClr val="35363B"/>
                </a:solidFill>
              </a:defRPr>
            </a:pPr>
            <a:endParaRPr/>
          </a:p>
        </p:txBody>
      </p:sp>
      <p:sp>
        <p:nvSpPr>
          <p:cNvPr id="653" name="Google Shape;703;p26"/>
          <p:cNvSpPr txBox="1">
            <a:spLocks noGrp="1"/>
          </p:cNvSpPr>
          <p:nvPr>
            <p:ph type="ctrTitle"/>
          </p:nvPr>
        </p:nvSpPr>
        <p:spPr>
          <a:xfrm>
            <a:off x="2625182" y="618897"/>
            <a:ext cx="3944436" cy="958158"/>
          </a:xfrm>
          <a:prstGeom prst="rect">
            <a:avLst/>
          </a:prstGeom>
        </p:spPr>
        <p:txBody>
          <a:bodyPr/>
          <a:lstStyle>
            <a:lvl1pPr defTabSz="877822">
              <a:defRPr sz="2600"/>
            </a:lvl1pPr>
          </a:lstStyle>
          <a:p>
            <a:pPr algn="ctr"/>
            <a:r>
              <a:rPr dirty="0"/>
              <a:t>Skin Disease Detection</a:t>
            </a:r>
          </a:p>
        </p:txBody>
      </p:sp>
      <p:sp>
        <p:nvSpPr>
          <p:cNvPr id="654" name="Google Shape;4085;p99"/>
          <p:cNvSpPr txBox="1"/>
          <p:nvPr/>
        </p:nvSpPr>
        <p:spPr>
          <a:xfrm>
            <a:off x="2713737" y="1512497"/>
            <a:ext cx="3826403" cy="335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defRPr sz="1000">
                <a:solidFill>
                  <a:schemeClr val="accent4">
                    <a:lumOff val="-9450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an automated skin disease detection system</a:t>
            </a:r>
          </a:p>
        </p:txBody>
      </p:sp>
      <p:sp>
        <p:nvSpPr>
          <p:cNvPr id="655" name="Google Shape;1054;p31"/>
          <p:cNvSpPr txBox="1"/>
          <p:nvPr/>
        </p:nvSpPr>
        <p:spPr>
          <a:xfrm>
            <a:off x="3843035" y="4530188"/>
            <a:ext cx="818169" cy="3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 defTabSz="416416">
              <a:defRPr sz="800">
                <a:solidFill>
                  <a:srgbClr val="535353"/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Available on</a:t>
            </a:r>
          </a:p>
        </p:txBody>
      </p:sp>
      <p:sp>
        <p:nvSpPr>
          <p:cNvPr id="656" name="Shape"/>
          <p:cNvSpPr/>
          <p:nvPr/>
        </p:nvSpPr>
        <p:spPr>
          <a:xfrm rot="16200000">
            <a:off x="3639644" y="2591562"/>
            <a:ext cx="1974589" cy="20194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700" h="18257" extrusionOk="0">
                <a:moveTo>
                  <a:pt x="3" y="9091"/>
                </a:moveTo>
                <a:cubicBezTo>
                  <a:pt x="-106" y="4550"/>
                  <a:pt x="3193" y="654"/>
                  <a:pt x="7658" y="52"/>
                </a:cubicBezTo>
                <a:cubicBezTo>
                  <a:pt x="17044" y="-900"/>
                  <a:pt x="21494" y="11402"/>
                  <a:pt x="13706" y="16770"/>
                </a:cubicBezTo>
                <a:cubicBezTo>
                  <a:pt x="8003" y="20700"/>
                  <a:pt x="179" y="16391"/>
                  <a:pt x="3" y="9091"/>
                </a:cubicBezTo>
                <a:close/>
              </a:path>
            </a:pathLst>
          </a:custGeom>
          <a:ln w="19050">
            <a:solidFill>
              <a:srgbClr val="32516A"/>
            </a:solidFill>
            <a:prstDash val="dash"/>
          </a:ln>
        </p:spPr>
        <p:txBody>
          <a:bodyPr lIns="0" tIns="0" rIns="0" bIns="0"/>
          <a:lstStyle/>
          <a:p>
            <a:pPr defTabSz="914400">
              <a:defRPr sz="1400" b="0">
                <a:solidFill>
                  <a:srgbClr val="35363B"/>
                </a:solidFill>
              </a:defRPr>
            </a:pPr>
            <a:endParaRPr/>
          </a:p>
        </p:txBody>
      </p:sp>
      <p:sp>
        <p:nvSpPr>
          <p:cNvPr id="657" name="Google Shape;4085;p99"/>
          <p:cNvSpPr txBox="1"/>
          <p:nvPr/>
        </p:nvSpPr>
        <p:spPr>
          <a:xfrm>
            <a:off x="2658798" y="628708"/>
            <a:ext cx="3826404" cy="551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defRPr sz="2400">
                <a:solidFill>
                  <a:schemeClr val="accent2">
                    <a:lumOff val="-8196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Introducing</a:t>
            </a:r>
          </a:p>
        </p:txBody>
      </p:sp>
      <p:sp>
        <p:nvSpPr>
          <p:cNvPr id="658" name="Google Shape;1054;p31"/>
          <p:cNvSpPr txBox="1"/>
          <p:nvPr/>
        </p:nvSpPr>
        <p:spPr>
          <a:xfrm>
            <a:off x="4472328" y="4530188"/>
            <a:ext cx="818169" cy="318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 defTabSz="416416">
              <a:defRPr sz="800">
                <a:solidFill>
                  <a:srgbClr val="535353"/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streamlit.app</a:t>
            </a:r>
          </a:p>
        </p:txBody>
      </p:sp>
      <p:pic>
        <p:nvPicPr>
          <p:cNvPr id="659" name="istockphoto-1179610553-612x612.jpg" descr="istockphoto-1179610553-612x612.jpg"/>
          <p:cNvPicPr>
            <a:picLocks noChangeAspect="1"/>
          </p:cNvPicPr>
          <p:nvPr/>
        </p:nvPicPr>
        <p:blipFill>
          <a:blip r:embed="rId3"/>
          <a:srcRect l="863" r="32749"/>
          <a:stretch>
            <a:fillRect/>
          </a:stretch>
        </p:blipFill>
        <p:spPr>
          <a:xfrm>
            <a:off x="3656380" y="2626555"/>
            <a:ext cx="1941117" cy="194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8" y="0"/>
                </a:moveTo>
                <a:cubicBezTo>
                  <a:pt x="4834" y="0"/>
                  <a:pt x="0" y="4836"/>
                  <a:pt x="0" y="10800"/>
                </a:cubicBezTo>
                <a:cubicBezTo>
                  <a:pt x="0" y="16764"/>
                  <a:pt x="4834" y="21600"/>
                  <a:pt x="10798" y="21600"/>
                </a:cubicBezTo>
                <a:cubicBezTo>
                  <a:pt x="16762" y="21600"/>
                  <a:pt x="21600" y="16764"/>
                  <a:pt x="21600" y="10800"/>
                </a:cubicBezTo>
                <a:cubicBezTo>
                  <a:pt x="21600" y="4836"/>
                  <a:pt x="16762" y="0"/>
                  <a:pt x="10798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949;p38"/>
          <p:cNvGrpSpPr/>
          <p:nvPr/>
        </p:nvGrpSpPr>
        <p:grpSpPr>
          <a:xfrm>
            <a:off x="-328038" y="3824683"/>
            <a:ext cx="10142548" cy="30047"/>
            <a:chOff x="0" y="0"/>
            <a:chExt cx="10142547" cy="30045"/>
          </a:xfrm>
        </p:grpSpPr>
        <p:sp>
          <p:nvSpPr>
            <p:cNvPr id="661" name="Google Shape;950;p38"/>
            <p:cNvSpPr/>
            <p:nvPr/>
          </p:nvSpPr>
          <p:spPr>
            <a:xfrm>
              <a:off x="1663674" y="-1"/>
              <a:ext cx="1827223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62" name="Google Shape;951;p38"/>
            <p:cNvSpPr/>
            <p:nvPr/>
          </p:nvSpPr>
          <p:spPr>
            <a:xfrm>
              <a:off x="3325824" y="-1"/>
              <a:ext cx="1827223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63" name="Google Shape;952;p38"/>
            <p:cNvSpPr/>
            <p:nvPr/>
          </p:nvSpPr>
          <p:spPr>
            <a:xfrm>
              <a:off x="4989499" y="-1"/>
              <a:ext cx="1827223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64" name="Google Shape;953;p38"/>
            <p:cNvSpPr/>
            <p:nvPr/>
          </p:nvSpPr>
          <p:spPr>
            <a:xfrm>
              <a:off x="6651649" y="-1"/>
              <a:ext cx="1827223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65" name="Google Shape;954;p38"/>
            <p:cNvSpPr/>
            <p:nvPr/>
          </p:nvSpPr>
          <p:spPr>
            <a:xfrm>
              <a:off x="-1" y="-1"/>
              <a:ext cx="1827223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66" name="Google Shape;955;p38"/>
            <p:cNvSpPr/>
            <p:nvPr/>
          </p:nvSpPr>
          <p:spPr>
            <a:xfrm>
              <a:off x="8315325" y="4253"/>
              <a:ext cx="1827222" cy="25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36" y="21600"/>
                  </a:moveTo>
                  <a:cubicBezTo>
                    <a:pt x="19799" y="21600"/>
                    <a:pt x="19799" y="21600"/>
                    <a:pt x="19799" y="21600"/>
                  </a:cubicBezTo>
                  <a:cubicBezTo>
                    <a:pt x="19709" y="21600"/>
                    <a:pt x="19635" y="16748"/>
                    <a:pt x="19635" y="10800"/>
                  </a:cubicBezTo>
                  <a:cubicBezTo>
                    <a:pt x="19635" y="4852"/>
                    <a:pt x="19709" y="0"/>
                    <a:pt x="19799" y="0"/>
                  </a:cubicBezTo>
                  <a:cubicBezTo>
                    <a:pt x="21436" y="0"/>
                    <a:pt x="21436" y="0"/>
                    <a:pt x="21436" y="0"/>
                  </a:cubicBezTo>
                  <a:cubicBezTo>
                    <a:pt x="21526" y="0"/>
                    <a:pt x="21600" y="4852"/>
                    <a:pt x="21600" y="10800"/>
                  </a:cubicBezTo>
                  <a:cubicBezTo>
                    <a:pt x="21600" y="16748"/>
                    <a:pt x="21526" y="21600"/>
                    <a:pt x="21436" y="21600"/>
                  </a:cubicBezTo>
                  <a:close/>
                  <a:moveTo>
                    <a:pt x="18162" y="21600"/>
                  </a:moveTo>
                  <a:cubicBezTo>
                    <a:pt x="16527" y="21600"/>
                    <a:pt x="16527" y="21600"/>
                    <a:pt x="16527" y="21600"/>
                  </a:cubicBezTo>
                  <a:cubicBezTo>
                    <a:pt x="16437" y="21600"/>
                    <a:pt x="16363" y="16748"/>
                    <a:pt x="16363" y="10800"/>
                  </a:cubicBezTo>
                  <a:cubicBezTo>
                    <a:pt x="16363" y="4852"/>
                    <a:pt x="16437" y="0"/>
                    <a:pt x="16527" y="0"/>
                  </a:cubicBezTo>
                  <a:cubicBezTo>
                    <a:pt x="18162" y="0"/>
                    <a:pt x="18162" y="0"/>
                    <a:pt x="18162" y="0"/>
                  </a:cubicBezTo>
                  <a:cubicBezTo>
                    <a:pt x="18252" y="0"/>
                    <a:pt x="18325" y="4852"/>
                    <a:pt x="18325" y="10800"/>
                  </a:cubicBezTo>
                  <a:cubicBezTo>
                    <a:pt x="18325" y="16748"/>
                    <a:pt x="18252" y="21600"/>
                    <a:pt x="18162" y="21600"/>
                  </a:cubicBezTo>
                  <a:close/>
                  <a:moveTo>
                    <a:pt x="14890" y="21600"/>
                  </a:moveTo>
                  <a:cubicBezTo>
                    <a:pt x="13252" y="21600"/>
                    <a:pt x="13252" y="21600"/>
                    <a:pt x="13252" y="21600"/>
                  </a:cubicBezTo>
                  <a:cubicBezTo>
                    <a:pt x="13162" y="21600"/>
                    <a:pt x="13091" y="16748"/>
                    <a:pt x="13091" y="10800"/>
                  </a:cubicBezTo>
                  <a:cubicBezTo>
                    <a:pt x="13091" y="4852"/>
                    <a:pt x="13162" y="0"/>
                    <a:pt x="13252" y="0"/>
                  </a:cubicBezTo>
                  <a:cubicBezTo>
                    <a:pt x="14890" y="0"/>
                    <a:pt x="14890" y="0"/>
                    <a:pt x="14890" y="0"/>
                  </a:cubicBezTo>
                  <a:cubicBezTo>
                    <a:pt x="14980" y="0"/>
                    <a:pt x="15053" y="4852"/>
                    <a:pt x="15053" y="10800"/>
                  </a:cubicBezTo>
                  <a:cubicBezTo>
                    <a:pt x="15053" y="16748"/>
                    <a:pt x="14980" y="21600"/>
                    <a:pt x="14890" y="21600"/>
                  </a:cubicBezTo>
                  <a:close/>
                  <a:moveTo>
                    <a:pt x="11617" y="21600"/>
                  </a:moveTo>
                  <a:cubicBezTo>
                    <a:pt x="9980" y="21600"/>
                    <a:pt x="9980" y="21600"/>
                    <a:pt x="9980" y="21600"/>
                  </a:cubicBezTo>
                  <a:cubicBezTo>
                    <a:pt x="9890" y="21600"/>
                    <a:pt x="9816" y="16748"/>
                    <a:pt x="9816" y="10800"/>
                  </a:cubicBezTo>
                  <a:cubicBezTo>
                    <a:pt x="9816" y="4852"/>
                    <a:pt x="9890" y="0"/>
                    <a:pt x="9980" y="0"/>
                  </a:cubicBezTo>
                  <a:cubicBezTo>
                    <a:pt x="11617" y="0"/>
                    <a:pt x="11617" y="0"/>
                    <a:pt x="11617" y="0"/>
                  </a:cubicBezTo>
                  <a:cubicBezTo>
                    <a:pt x="11708" y="0"/>
                    <a:pt x="11781" y="4852"/>
                    <a:pt x="11781" y="10800"/>
                  </a:cubicBezTo>
                  <a:cubicBezTo>
                    <a:pt x="11781" y="16748"/>
                    <a:pt x="11708" y="21600"/>
                    <a:pt x="11617" y="21600"/>
                  </a:cubicBezTo>
                  <a:close/>
                  <a:moveTo>
                    <a:pt x="8345" y="21600"/>
                  </a:moveTo>
                  <a:cubicBezTo>
                    <a:pt x="6708" y="21600"/>
                    <a:pt x="6708" y="21600"/>
                    <a:pt x="6708" y="21600"/>
                  </a:cubicBezTo>
                  <a:cubicBezTo>
                    <a:pt x="6618" y="21600"/>
                    <a:pt x="6544" y="16748"/>
                    <a:pt x="6544" y="10800"/>
                  </a:cubicBezTo>
                  <a:cubicBezTo>
                    <a:pt x="6544" y="4852"/>
                    <a:pt x="6618" y="0"/>
                    <a:pt x="6708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435" y="0"/>
                    <a:pt x="8509" y="4852"/>
                    <a:pt x="8509" y="10800"/>
                  </a:cubicBezTo>
                  <a:cubicBezTo>
                    <a:pt x="8509" y="16748"/>
                    <a:pt x="8435" y="21600"/>
                    <a:pt x="8345" y="21600"/>
                  </a:cubicBezTo>
                  <a:close/>
                  <a:moveTo>
                    <a:pt x="5071" y="21600"/>
                  </a:moveTo>
                  <a:cubicBezTo>
                    <a:pt x="3436" y="21600"/>
                    <a:pt x="3436" y="21600"/>
                    <a:pt x="3436" y="21600"/>
                  </a:cubicBezTo>
                  <a:cubicBezTo>
                    <a:pt x="3346" y="21600"/>
                    <a:pt x="3272" y="16748"/>
                    <a:pt x="3272" y="10800"/>
                  </a:cubicBezTo>
                  <a:cubicBezTo>
                    <a:pt x="3272" y="4852"/>
                    <a:pt x="3346" y="0"/>
                    <a:pt x="3436" y="0"/>
                  </a:cubicBezTo>
                  <a:cubicBezTo>
                    <a:pt x="5071" y="0"/>
                    <a:pt x="5071" y="0"/>
                    <a:pt x="5071" y="0"/>
                  </a:cubicBezTo>
                  <a:cubicBezTo>
                    <a:pt x="5163" y="0"/>
                    <a:pt x="5234" y="4852"/>
                    <a:pt x="5234" y="10800"/>
                  </a:cubicBezTo>
                  <a:cubicBezTo>
                    <a:pt x="5234" y="16748"/>
                    <a:pt x="5163" y="21600"/>
                    <a:pt x="5071" y="21600"/>
                  </a:cubicBezTo>
                  <a:close/>
                  <a:moveTo>
                    <a:pt x="1799" y="21600"/>
                  </a:moveTo>
                  <a:cubicBezTo>
                    <a:pt x="164" y="21600"/>
                    <a:pt x="164" y="21600"/>
                    <a:pt x="164" y="21600"/>
                  </a:cubicBezTo>
                  <a:cubicBezTo>
                    <a:pt x="71" y="21600"/>
                    <a:pt x="0" y="16748"/>
                    <a:pt x="0" y="10800"/>
                  </a:cubicBezTo>
                  <a:cubicBezTo>
                    <a:pt x="0" y="4852"/>
                    <a:pt x="71" y="0"/>
                    <a:pt x="164" y="0"/>
                  </a:cubicBezTo>
                  <a:cubicBezTo>
                    <a:pt x="1799" y="0"/>
                    <a:pt x="1799" y="0"/>
                    <a:pt x="1799" y="0"/>
                  </a:cubicBezTo>
                  <a:cubicBezTo>
                    <a:pt x="1889" y="0"/>
                    <a:pt x="1962" y="4852"/>
                    <a:pt x="1962" y="10800"/>
                  </a:cubicBezTo>
                  <a:cubicBezTo>
                    <a:pt x="1962" y="16748"/>
                    <a:pt x="1889" y="21600"/>
                    <a:pt x="1799" y="21600"/>
                  </a:cubicBezTo>
                  <a:close/>
                </a:path>
              </a:pathLst>
            </a:custGeom>
            <a:solidFill>
              <a:srgbClr val="FCD51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668" name="Google Shape;935;p38"/>
          <p:cNvSpPr/>
          <p:nvPr/>
        </p:nvSpPr>
        <p:spPr>
          <a:xfrm rot="16200000" flipH="1">
            <a:off x="5809909" y="1862226"/>
            <a:ext cx="1419049" cy="141904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69" name="Google Shape;935;p38"/>
          <p:cNvSpPr/>
          <p:nvPr/>
        </p:nvSpPr>
        <p:spPr>
          <a:xfrm rot="16200000" flipH="1">
            <a:off x="3853339" y="1862226"/>
            <a:ext cx="1419049" cy="141904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70" name="Google Shape;935;p38"/>
          <p:cNvSpPr/>
          <p:nvPr/>
        </p:nvSpPr>
        <p:spPr>
          <a:xfrm rot="16200000" flipH="1">
            <a:off x="1912486" y="1862226"/>
            <a:ext cx="1419049" cy="141904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71" name="Google Shape;896;p28"/>
          <p:cNvSpPr txBox="1">
            <a:spLocks noGrp="1"/>
          </p:cNvSpPr>
          <p:nvPr>
            <p:ph type="title"/>
          </p:nvPr>
        </p:nvSpPr>
        <p:spPr>
          <a:xfrm>
            <a:off x="2661584" y="620541"/>
            <a:ext cx="3820832" cy="572703"/>
          </a:xfrm>
          <a:prstGeom prst="rect">
            <a:avLst/>
          </a:prstGeom>
        </p:spPr>
        <p:txBody>
          <a:bodyPr/>
          <a:lstStyle>
            <a:lvl1pPr algn="ctr" defTabSz="768094">
              <a:defRPr sz="2400"/>
            </a:lvl1pPr>
          </a:lstStyle>
          <a:p>
            <a:r>
              <a:t>The Team</a:t>
            </a:r>
          </a:p>
        </p:txBody>
      </p:sp>
      <p:sp>
        <p:nvSpPr>
          <p:cNvPr id="672" name="Google Shape;4179;p100"/>
          <p:cNvSpPr txBox="1"/>
          <p:nvPr/>
        </p:nvSpPr>
        <p:spPr>
          <a:xfrm>
            <a:off x="4035930" y="2496141"/>
            <a:ext cx="1069964" cy="342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 anchor="ctr">
            <a:normAutofit lnSpcReduction="10000"/>
          </a:bodyPr>
          <a:lstStyle>
            <a:lvl1pPr algn="ctr" defTabSz="245981">
              <a:defRPr sz="1078">
                <a:solidFill>
                  <a:schemeClr val="accent2">
                    <a:lumOff val="-8196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Developer</a:t>
            </a:r>
          </a:p>
        </p:txBody>
      </p:sp>
      <p:sp>
        <p:nvSpPr>
          <p:cNvPr id="673" name="Google Shape;4179;p100"/>
          <p:cNvSpPr txBox="1"/>
          <p:nvPr/>
        </p:nvSpPr>
        <p:spPr>
          <a:xfrm>
            <a:off x="5850060" y="2496140"/>
            <a:ext cx="1338747" cy="342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 anchor="ctr">
            <a:normAutofit/>
          </a:bodyPr>
          <a:lstStyle>
            <a:lvl1pPr algn="ctr" defTabSz="209726">
              <a:defRPr sz="1034">
                <a:solidFill>
                  <a:schemeClr val="accent2">
                    <a:lumOff val="-8196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Quality Assurance </a:t>
            </a:r>
          </a:p>
        </p:txBody>
      </p:sp>
      <p:sp>
        <p:nvSpPr>
          <p:cNvPr id="674" name="Google Shape;4179;p100"/>
          <p:cNvSpPr txBox="1"/>
          <p:nvPr/>
        </p:nvSpPr>
        <p:spPr>
          <a:xfrm>
            <a:off x="2087028" y="2496141"/>
            <a:ext cx="1069965" cy="342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 anchor="ctr">
            <a:normAutofit/>
          </a:bodyPr>
          <a:lstStyle>
            <a:lvl1pPr algn="ctr" defTabSz="208666">
              <a:defRPr sz="957">
                <a:solidFill>
                  <a:schemeClr val="accent2">
                    <a:lumOff val="-8196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Documentation</a:t>
            </a:r>
          </a:p>
        </p:txBody>
      </p:sp>
      <p:sp>
        <p:nvSpPr>
          <p:cNvPr id="675" name="Google Shape;904;p28"/>
          <p:cNvSpPr txBox="1"/>
          <p:nvPr/>
        </p:nvSpPr>
        <p:spPr>
          <a:xfrm>
            <a:off x="2070931" y="2078654"/>
            <a:ext cx="1102160" cy="572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algn="ctr" defTabSz="384500">
              <a:defRPr sz="2522">
                <a:solidFill>
                  <a:schemeClr val="accent3">
                    <a:satOff val="-32673"/>
                    <a:lumOff val="-12627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Nafiz</a:t>
            </a:r>
          </a:p>
        </p:txBody>
      </p:sp>
      <p:sp>
        <p:nvSpPr>
          <p:cNvPr id="676" name="Google Shape;904;p28"/>
          <p:cNvSpPr txBox="1"/>
          <p:nvPr/>
        </p:nvSpPr>
        <p:spPr>
          <a:xfrm>
            <a:off x="5968733" y="2070484"/>
            <a:ext cx="1101400" cy="589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algn="ctr" defTabSz="357530">
              <a:defRPr sz="2392">
                <a:solidFill>
                  <a:schemeClr val="accent3">
                    <a:satOff val="-32673"/>
                    <a:lumOff val="-12627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Shafia</a:t>
            </a:r>
          </a:p>
        </p:txBody>
      </p:sp>
      <p:sp>
        <p:nvSpPr>
          <p:cNvPr id="677" name="Google Shape;904;p28"/>
          <p:cNvSpPr txBox="1"/>
          <p:nvPr/>
        </p:nvSpPr>
        <p:spPr>
          <a:xfrm>
            <a:off x="4019833" y="2078654"/>
            <a:ext cx="1102158" cy="572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algn="ctr" defTabSz="384500">
              <a:defRPr sz="2522">
                <a:solidFill>
                  <a:schemeClr val="accent3">
                    <a:satOff val="-32673"/>
                    <a:lumOff val="-12627"/>
                  </a:schemeClr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</a:lstStyle>
          <a:p>
            <a:r>
              <a:t>Refat</a:t>
            </a:r>
          </a:p>
        </p:txBody>
      </p:sp>
      <p:sp>
        <p:nvSpPr>
          <p:cNvPr id="678" name="Google Shape;1054;p31"/>
          <p:cNvSpPr txBox="1"/>
          <p:nvPr/>
        </p:nvSpPr>
        <p:spPr>
          <a:xfrm>
            <a:off x="1955193" y="2705046"/>
            <a:ext cx="1333635" cy="36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 defTabSz="466344">
              <a:defRPr sz="1200">
                <a:solidFill>
                  <a:schemeClr val="accent1">
                    <a:satOff val="-39551"/>
                    <a:lumOff val="-13411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ID: 1898</a:t>
            </a:r>
          </a:p>
        </p:txBody>
      </p:sp>
      <p:sp>
        <p:nvSpPr>
          <p:cNvPr id="679" name="Google Shape;1054;p31"/>
          <p:cNvSpPr txBox="1"/>
          <p:nvPr/>
        </p:nvSpPr>
        <p:spPr>
          <a:xfrm>
            <a:off x="3904095" y="2705046"/>
            <a:ext cx="1333635" cy="36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 defTabSz="466344">
              <a:defRPr sz="1200">
                <a:solidFill>
                  <a:schemeClr val="accent1">
                    <a:satOff val="-39551"/>
                    <a:lumOff val="-13411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ID: 1568</a:t>
            </a:r>
          </a:p>
        </p:txBody>
      </p:sp>
      <p:sp>
        <p:nvSpPr>
          <p:cNvPr id="680" name="Google Shape;1054;p31"/>
          <p:cNvSpPr txBox="1"/>
          <p:nvPr/>
        </p:nvSpPr>
        <p:spPr>
          <a:xfrm>
            <a:off x="5852616" y="2705046"/>
            <a:ext cx="1333635" cy="36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 defTabSz="466344">
              <a:defRPr sz="1200">
                <a:solidFill>
                  <a:schemeClr val="accent1">
                    <a:satOff val="-39551"/>
                    <a:lumOff val="-13411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ID: 1593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1054;p31"/>
          <p:cNvSpPr txBox="1"/>
          <p:nvPr/>
        </p:nvSpPr>
        <p:spPr>
          <a:xfrm>
            <a:off x="3093424" y="609302"/>
            <a:ext cx="2957152" cy="595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defTabSz="896202">
              <a:defRPr sz="2376">
                <a:solidFill>
                  <a:schemeClr val="accent2">
                    <a:lumOff val="-8196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683" name="Google Shape;1053;p31"/>
          <p:cNvSpPr txBox="1"/>
          <p:nvPr/>
        </p:nvSpPr>
        <p:spPr>
          <a:xfrm>
            <a:off x="2261934" y="1724479"/>
            <a:ext cx="6423532" cy="3019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algn="ctr" defTabSz="607161"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endParaRPr/>
          </a:p>
          <a:p>
            <a:pPr defTabSz="607161"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endParaRPr/>
          </a:p>
          <a:p>
            <a:pPr defTabSz="607161">
              <a:lnSpc>
                <a:spcPct val="200000"/>
              </a:lnSpc>
              <a:defRPr sz="1500">
                <a:solidFill>
                  <a:srgbClr val="913938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And the Reasons?</a:t>
            </a:r>
            <a:endParaRPr>
              <a:solidFill>
                <a:schemeClr val="accent4"/>
              </a:solidFill>
            </a:endParaRPr>
          </a:p>
          <a:p>
            <a:pPr marL="250657" indent="-250657" defTabSz="607161">
              <a:lnSpc>
                <a:spcPct val="200000"/>
              </a:lnSpc>
              <a:buSzPct val="100000"/>
              <a:buAutoNum type="romanUcPeriod"/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Social Stigma.</a:t>
            </a:r>
          </a:p>
          <a:p>
            <a:pPr marL="250657" indent="-250657" defTabSz="607161">
              <a:lnSpc>
                <a:spcPct val="200000"/>
              </a:lnSpc>
              <a:buSzPct val="100000"/>
              <a:buAutoNum type="romanUcPeriod"/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Privacy Concerns.</a:t>
            </a:r>
          </a:p>
          <a:p>
            <a:pPr marL="250657" indent="-250657" defTabSz="607161">
              <a:lnSpc>
                <a:spcPct val="200000"/>
              </a:lnSpc>
              <a:buSzPct val="100000"/>
              <a:buAutoNum type="romanUcPeriod"/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Lack of easy access to Dermatologists.</a:t>
            </a:r>
          </a:p>
        </p:txBody>
      </p:sp>
      <p:sp>
        <p:nvSpPr>
          <p:cNvPr id="684" name="8th Most Common Disease Worldwide.…"/>
          <p:cNvSpPr txBox="1"/>
          <p:nvPr/>
        </p:nvSpPr>
        <p:spPr>
          <a:xfrm>
            <a:off x="2515356" y="1629798"/>
            <a:ext cx="411328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 defTabSz="607161"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rPr>
                <a:solidFill>
                  <a:schemeClr val="accent1">
                    <a:satOff val="-39551"/>
                    <a:lumOff val="-13411"/>
                  </a:schemeClr>
                </a:solidFill>
              </a:rPr>
              <a:t>8th Most Common Disease</a:t>
            </a:r>
            <a:r>
              <a:t> Worldwide.</a:t>
            </a:r>
          </a:p>
          <a:p>
            <a:pPr algn="ctr" defTabSz="607161">
              <a:defRPr sz="1500">
                <a:solidFill>
                  <a:schemeClr val="accent4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Over 633 million people get affected by Acne.</a:t>
            </a:r>
          </a:p>
        </p:txBody>
      </p:sp>
      <p:pic>
        <p:nvPicPr>
          <p:cNvPr id="68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529" y="300554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079" y="3481797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106" y="3881348"/>
            <a:ext cx="457201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1054;p31"/>
          <p:cNvSpPr txBox="1"/>
          <p:nvPr/>
        </p:nvSpPr>
        <p:spPr>
          <a:xfrm>
            <a:off x="3783739" y="609301"/>
            <a:ext cx="1576522" cy="59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>
              <a:defRPr sz="2400">
                <a:solidFill>
                  <a:schemeClr val="accent2">
                    <a:lumOff val="-8196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Objective</a:t>
            </a:r>
          </a:p>
        </p:txBody>
      </p:sp>
      <p:sp>
        <p:nvSpPr>
          <p:cNvPr id="690" name="Google Shape;1053;p31"/>
          <p:cNvSpPr txBox="1"/>
          <p:nvPr/>
        </p:nvSpPr>
        <p:spPr>
          <a:xfrm>
            <a:off x="3719785" y="1554012"/>
            <a:ext cx="3210532" cy="120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 skin disease classification model using machine learning.</a:t>
            </a:r>
          </a:p>
        </p:txBody>
      </p:sp>
      <p:sp>
        <p:nvSpPr>
          <p:cNvPr id="691" name="Google Shape;1053;p31"/>
          <p:cNvSpPr txBox="1"/>
          <p:nvPr/>
        </p:nvSpPr>
        <p:spPr>
          <a:xfrm>
            <a:off x="3719785" y="2565279"/>
            <a:ext cx="3210532" cy="120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Developing a user interface for uploading and analyzing skin images.</a:t>
            </a:r>
          </a:p>
        </p:txBody>
      </p:sp>
      <p:sp>
        <p:nvSpPr>
          <p:cNvPr id="692" name="Google Shape;1053;p31"/>
          <p:cNvSpPr txBox="1"/>
          <p:nvPr/>
        </p:nvSpPr>
        <p:spPr>
          <a:xfrm>
            <a:off x="3719785" y="3691220"/>
            <a:ext cx="3210532" cy="1207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Keeping the system simple and accessible.</a:t>
            </a:r>
          </a:p>
        </p:txBody>
      </p:sp>
      <p:pic>
        <p:nvPicPr>
          <p:cNvPr id="693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721" y="1733040"/>
            <a:ext cx="675660" cy="675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721" y="2831101"/>
            <a:ext cx="675660" cy="675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2721" y="3957042"/>
            <a:ext cx="675660" cy="6756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1055;p31"/>
          <p:cNvGrpSpPr/>
          <p:nvPr/>
        </p:nvGrpSpPr>
        <p:grpSpPr>
          <a:xfrm>
            <a:off x="7797120" y="304108"/>
            <a:ext cx="1187317" cy="624976"/>
            <a:chOff x="0" y="0"/>
            <a:chExt cx="1187315" cy="624974"/>
          </a:xfrm>
        </p:grpSpPr>
        <p:sp>
          <p:nvSpPr>
            <p:cNvPr id="697" name="Google Shape;1056;p31"/>
            <p:cNvSpPr/>
            <p:nvPr/>
          </p:nvSpPr>
          <p:spPr>
            <a:xfrm>
              <a:off x="0" y="-1"/>
              <a:ext cx="1187317" cy="6249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63" y="11198"/>
                  </a:moveTo>
                  <a:cubicBezTo>
                    <a:pt x="18658" y="11198"/>
                    <a:pt x="18459" y="11241"/>
                    <a:pt x="18267" y="11322"/>
                  </a:cubicBezTo>
                  <a:cubicBezTo>
                    <a:pt x="17937" y="7277"/>
                    <a:pt x="16175" y="4134"/>
                    <a:pt x="13996" y="3815"/>
                  </a:cubicBezTo>
                  <a:cubicBezTo>
                    <a:pt x="12952" y="1483"/>
                    <a:pt x="11399" y="0"/>
                    <a:pt x="9661" y="0"/>
                  </a:cubicBezTo>
                  <a:cubicBezTo>
                    <a:pt x="6820" y="0"/>
                    <a:pt x="4465" y="3961"/>
                    <a:pt x="4043" y="9135"/>
                  </a:cubicBezTo>
                  <a:cubicBezTo>
                    <a:pt x="3809" y="9036"/>
                    <a:pt x="3568" y="8984"/>
                    <a:pt x="3320" y="8984"/>
                  </a:cubicBezTo>
                  <a:cubicBezTo>
                    <a:pt x="1487" y="8984"/>
                    <a:pt x="0" y="11808"/>
                    <a:pt x="0" y="15292"/>
                  </a:cubicBezTo>
                  <a:cubicBezTo>
                    <a:pt x="0" y="18776"/>
                    <a:pt x="1487" y="21600"/>
                    <a:pt x="3320" y="21600"/>
                  </a:cubicBezTo>
                  <a:lnTo>
                    <a:pt x="18861" y="21600"/>
                  </a:lnTo>
                  <a:cubicBezTo>
                    <a:pt x="20374" y="21600"/>
                    <a:pt x="21600" y="19271"/>
                    <a:pt x="21600" y="16397"/>
                  </a:cubicBezTo>
                  <a:cubicBezTo>
                    <a:pt x="21600" y="13524"/>
                    <a:pt x="20374" y="11195"/>
                    <a:pt x="18861" y="11195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711" name="Google Shape;1057;p31"/>
            <p:cNvGrpSpPr/>
            <p:nvPr/>
          </p:nvGrpSpPr>
          <p:grpSpPr>
            <a:xfrm>
              <a:off x="391195" y="186456"/>
              <a:ext cx="314695" cy="357525"/>
              <a:chOff x="-3" y="-1"/>
              <a:chExt cx="314694" cy="357524"/>
            </a:xfrm>
          </p:grpSpPr>
          <p:grpSp>
            <p:nvGrpSpPr>
              <p:cNvPr id="707" name="Google Shape;1058;p31"/>
              <p:cNvGrpSpPr/>
              <p:nvPr/>
            </p:nvGrpSpPr>
            <p:grpSpPr>
              <a:xfrm>
                <a:off x="-4" y="-2"/>
                <a:ext cx="314696" cy="357525"/>
                <a:chOff x="-2" y="-1"/>
                <a:chExt cx="314694" cy="357524"/>
              </a:xfrm>
            </p:grpSpPr>
            <p:grpSp>
              <p:nvGrpSpPr>
                <p:cNvPr id="700" name="Google Shape;1059;p31"/>
                <p:cNvGrpSpPr/>
                <p:nvPr/>
              </p:nvGrpSpPr>
              <p:grpSpPr>
                <a:xfrm>
                  <a:off x="-3" y="221769"/>
                  <a:ext cx="314606" cy="135755"/>
                  <a:chOff x="-1" y="0"/>
                  <a:chExt cx="314604" cy="135754"/>
                </a:xfrm>
              </p:grpSpPr>
              <p:sp>
                <p:nvSpPr>
                  <p:cNvPr id="698" name="Google Shape;1060;p31"/>
                  <p:cNvSpPr/>
                  <p:nvPr/>
                </p:nvSpPr>
                <p:spPr>
                  <a:xfrm>
                    <a:off x="-2" y="28583"/>
                    <a:ext cx="314606" cy="10717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699" name="Google Shape;1061;p31"/>
                  <p:cNvSpPr/>
                  <p:nvPr/>
                </p:nvSpPr>
                <p:spPr>
                  <a:xfrm>
                    <a:off x="88" y="0"/>
                    <a:ext cx="314516" cy="57171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03" name="Google Shape;1062;p31"/>
                <p:cNvGrpSpPr/>
                <p:nvPr/>
              </p:nvGrpSpPr>
              <p:grpSpPr>
                <a:xfrm>
                  <a:off x="-3" y="110837"/>
                  <a:ext cx="314606" cy="135755"/>
                  <a:chOff x="-1" y="-1"/>
                  <a:chExt cx="314604" cy="135754"/>
                </a:xfrm>
              </p:grpSpPr>
              <p:sp>
                <p:nvSpPr>
                  <p:cNvPr id="701" name="Google Shape;1063;p31"/>
                  <p:cNvSpPr/>
                  <p:nvPr/>
                </p:nvSpPr>
                <p:spPr>
                  <a:xfrm>
                    <a:off x="-2" y="28582"/>
                    <a:ext cx="314606" cy="10717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702" name="Google Shape;1064;p31"/>
                  <p:cNvSpPr/>
                  <p:nvPr/>
                </p:nvSpPr>
                <p:spPr>
                  <a:xfrm>
                    <a:off x="88" y="-2"/>
                    <a:ext cx="314516" cy="57172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06" name="Google Shape;1065;p31"/>
                <p:cNvGrpSpPr/>
                <p:nvPr/>
              </p:nvGrpSpPr>
              <p:grpSpPr>
                <a:xfrm>
                  <a:off x="-3" y="-2"/>
                  <a:ext cx="314695" cy="135755"/>
                  <a:chOff x="-1" y="0"/>
                  <a:chExt cx="314694" cy="135753"/>
                </a:xfrm>
              </p:grpSpPr>
              <p:sp>
                <p:nvSpPr>
                  <p:cNvPr id="704" name="Google Shape;1066;p31"/>
                  <p:cNvSpPr/>
                  <p:nvPr/>
                </p:nvSpPr>
                <p:spPr>
                  <a:xfrm>
                    <a:off x="-2" y="28583"/>
                    <a:ext cx="314605" cy="10717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" y="0"/>
                        </a:moveTo>
                        <a:lnTo>
                          <a:pt x="6" y="15839"/>
                        </a:lnTo>
                        <a:cubicBezTo>
                          <a:pt x="6" y="19017"/>
                          <a:pt x="4842" y="21600"/>
                          <a:pt x="10803" y="21600"/>
                        </a:cubicBezTo>
                        <a:cubicBezTo>
                          <a:pt x="16764" y="21600"/>
                          <a:pt x="21600" y="19017"/>
                          <a:pt x="21600" y="15839"/>
                        </a:cubicBez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  <p:sp>
                <p:nvSpPr>
                  <p:cNvPr id="705" name="Google Shape;1067;p31"/>
                  <p:cNvSpPr/>
                  <p:nvPr/>
                </p:nvSpPr>
                <p:spPr>
                  <a:xfrm>
                    <a:off x="178" y="0"/>
                    <a:ext cx="314516" cy="57169"/>
                  </a:xfrm>
                  <a:prstGeom prst="ellipse">
                    <a:avLst/>
                  </a:prstGeom>
                  <a:solidFill>
                    <a:srgbClr val="E6EAF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defTabSz="914400">
                      <a:defRPr sz="18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  <a:endParaRPr/>
                  </a:p>
                </p:txBody>
              </p:sp>
            </p:grpSp>
          </p:grpSp>
          <p:sp>
            <p:nvSpPr>
              <p:cNvPr id="708" name="Google Shape;1068;p31"/>
              <p:cNvSpPr/>
              <p:nvPr/>
            </p:nvSpPr>
            <p:spPr>
              <a:xfrm>
                <a:off x="239240" y="70518"/>
                <a:ext cx="35844" cy="35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709" name="Google Shape;1069;p31"/>
              <p:cNvSpPr/>
              <p:nvPr/>
            </p:nvSpPr>
            <p:spPr>
              <a:xfrm>
                <a:off x="239240" y="179386"/>
                <a:ext cx="35844" cy="358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710" name="Google Shape;1070;p31"/>
              <p:cNvSpPr/>
              <p:nvPr/>
            </p:nvSpPr>
            <p:spPr>
              <a:xfrm>
                <a:off x="239240" y="293092"/>
                <a:ext cx="35844" cy="358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94"/>
                      <a:pt x="16740" y="21600"/>
                      <a:pt x="10800" y="21600"/>
                    </a:cubicBezTo>
                    <a:cubicBezTo>
                      <a:pt x="4860" y="21600"/>
                      <a:pt x="0" y="16740"/>
                      <a:pt x="0" y="10800"/>
                    </a:cubicBezTo>
                    <a:cubicBezTo>
                      <a:pt x="0" y="4860"/>
                      <a:pt x="4860" y="0"/>
                      <a:pt x="10800" y="0"/>
                    </a:cubicBezTo>
                    <a:cubicBezTo>
                      <a:pt x="16740" y="0"/>
                      <a:pt x="21600" y="4860"/>
                      <a:pt x="21600" y="10800"/>
                    </a:cubicBezTo>
                    <a:close/>
                  </a:path>
                </a:pathLst>
              </a:custGeom>
              <a:solidFill>
                <a:srgbClr val="E6EA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914400">
                  <a:defRPr sz="1800" b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sp>
        <p:nvSpPr>
          <p:cNvPr id="713" name="Google Shape;1054;p31"/>
          <p:cNvSpPr txBox="1"/>
          <p:nvPr/>
        </p:nvSpPr>
        <p:spPr>
          <a:xfrm>
            <a:off x="3693426" y="635399"/>
            <a:ext cx="1757149" cy="595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>
              <a:defRPr sz="2400">
                <a:solidFill>
                  <a:schemeClr val="accent2">
                    <a:lumOff val="-8196"/>
                  </a:schemeClr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Motivation</a:t>
            </a:r>
          </a:p>
        </p:txBody>
      </p:sp>
      <p:sp>
        <p:nvSpPr>
          <p:cNvPr id="714" name="Google Shape;1053;p31"/>
          <p:cNvSpPr txBox="1"/>
          <p:nvPr/>
        </p:nvSpPr>
        <p:spPr>
          <a:xfrm>
            <a:off x="1497042" y="1316281"/>
            <a:ext cx="6149916" cy="120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Our system allows individuals to upload an image and get an accurate prediction, all from the comfort of their device.</a:t>
            </a:r>
          </a:p>
        </p:txBody>
      </p:sp>
      <p:sp>
        <p:nvSpPr>
          <p:cNvPr id="715" name="No judgments."/>
          <p:cNvSpPr txBox="1"/>
          <p:nvPr/>
        </p:nvSpPr>
        <p:spPr>
          <a:xfrm>
            <a:off x="2769822" y="2660087"/>
            <a:ext cx="142379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1" algn="ctr" defTabSz="694942">
              <a:defRPr sz="1600">
                <a:solidFill>
                  <a:schemeClr val="accent1">
                    <a:satOff val="-39551"/>
                    <a:lumOff val="-13411"/>
                  </a:schemeClr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No judgments.</a:t>
            </a:r>
          </a:p>
        </p:txBody>
      </p:sp>
      <p:sp>
        <p:nvSpPr>
          <p:cNvPr id="716" name="No waiting lines."/>
          <p:cNvSpPr txBox="1"/>
          <p:nvPr/>
        </p:nvSpPr>
        <p:spPr>
          <a:xfrm>
            <a:off x="2715520" y="3484884"/>
            <a:ext cx="167233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1" algn="ctr" defTabSz="694942">
              <a:defRPr sz="1600">
                <a:solidFill>
                  <a:schemeClr val="accent1">
                    <a:satOff val="-39551"/>
                    <a:lumOff val="-13411"/>
                  </a:schemeClr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No waiting lines.</a:t>
            </a:r>
          </a:p>
        </p:txBody>
      </p:sp>
      <p:sp>
        <p:nvSpPr>
          <p:cNvPr id="717" name="No need to explain to anyone."/>
          <p:cNvSpPr txBox="1"/>
          <p:nvPr/>
        </p:nvSpPr>
        <p:spPr>
          <a:xfrm>
            <a:off x="2709431" y="4309682"/>
            <a:ext cx="28917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1" algn="ctr" defTabSz="694942">
              <a:defRPr sz="1600">
                <a:solidFill>
                  <a:schemeClr val="accent1">
                    <a:satOff val="-39551"/>
                    <a:lumOff val="-13411"/>
                  </a:schemeClr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No need to explain to anyone.</a:t>
            </a:r>
          </a:p>
        </p:txBody>
      </p:sp>
      <p:pic>
        <p:nvPicPr>
          <p:cNvPr id="718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991" y="2356607"/>
            <a:ext cx="714370" cy="7143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19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991" y="3248350"/>
            <a:ext cx="714370" cy="7143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1075;p32"/>
          <p:cNvSpPr txBox="1">
            <a:spLocks noGrp="1"/>
          </p:cNvSpPr>
          <p:nvPr>
            <p:ph type="title"/>
          </p:nvPr>
        </p:nvSpPr>
        <p:spPr>
          <a:xfrm>
            <a:off x="2960216" y="671573"/>
            <a:ext cx="3223568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Project Features</a:t>
            </a:r>
          </a:p>
        </p:txBody>
      </p:sp>
      <p:grpSp>
        <p:nvGrpSpPr>
          <p:cNvPr id="724" name="Google Shape;823;p47"/>
          <p:cNvGrpSpPr/>
          <p:nvPr/>
        </p:nvGrpSpPr>
        <p:grpSpPr>
          <a:xfrm>
            <a:off x="674234" y="2545169"/>
            <a:ext cx="2378144" cy="1198603"/>
            <a:chOff x="0" y="-100942"/>
            <a:chExt cx="2378143" cy="1198601"/>
          </a:xfrm>
        </p:grpSpPr>
        <p:sp>
          <p:nvSpPr>
            <p:cNvPr id="722" name="Rounded Rectangle"/>
            <p:cNvSpPr/>
            <p:nvPr/>
          </p:nvSpPr>
          <p:spPr>
            <a:xfrm>
              <a:off x="0" y="0"/>
              <a:ext cx="2378144" cy="996717"/>
            </a:xfrm>
            <a:prstGeom prst="roundRect">
              <a:avLst>
                <a:gd name="adj" fmla="val 28857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dist="85725" dir="3960000" rotWithShape="0">
                <a:srgbClr val="2D2E27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723" name="Image-Based Skin Disease Detection"/>
            <p:cNvSpPr txBox="1"/>
            <p:nvPr/>
          </p:nvSpPr>
          <p:spPr>
            <a:xfrm>
              <a:off x="98529" y="-100943"/>
              <a:ext cx="2181085" cy="11986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Image-Based Skin Disease Detection</a:t>
              </a:r>
            </a:p>
          </p:txBody>
        </p:sp>
      </p:grpSp>
      <p:sp>
        <p:nvSpPr>
          <p:cNvPr id="725" name="Google Shape;1053;p31"/>
          <p:cNvSpPr txBox="1"/>
          <p:nvPr/>
        </p:nvSpPr>
        <p:spPr>
          <a:xfrm>
            <a:off x="2233961" y="1203946"/>
            <a:ext cx="4676078" cy="1207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Deployed as Web Interface (Streamlit)</a:t>
            </a:r>
          </a:p>
        </p:txBody>
      </p:sp>
      <p:grpSp>
        <p:nvGrpSpPr>
          <p:cNvPr id="728" name="Google Shape;823;p47"/>
          <p:cNvGrpSpPr/>
          <p:nvPr/>
        </p:nvGrpSpPr>
        <p:grpSpPr>
          <a:xfrm>
            <a:off x="3382928" y="2646111"/>
            <a:ext cx="2378144" cy="996718"/>
            <a:chOff x="0" y="0"/>
            <a:chExt cx="2378143" cy="996716"/>
          </a:xfrm>
        </p:grpSpPr>
        <p:sp>
          <p:nvSpPr>
            <p:cNvPr id="726" name="Rounded Rectangle"/>
            <p:cNvSpPr/>
            <p:nvPr/>
          </p:nvSpPr>
          <p:spPr>
            <a:xfrm>
              <a:off x="0" y="0"/>
              <a:ext cx="2378144" cy="996717"/>
            </a:xfrm>
            <a:prstGeom prst="roundRect">
              <a:avLst>
                <a:gd name="adj" fmla="val 28857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dist="85725" dir="3960000" rotWithShape="0">
                <a:srgbClr val="2D2E27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727" name="High Accuracy Prediction"/>
            <p:cNvSpPr txBox="1"/>
            <p:nvPr/>
          </p:nvSpPr>
          <p:spPr>
            <a:xfrm>
              <a:off x="98529" y="70507"/>
              <a:ext cx="2181085" cy="8557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High Accuracy Prediction</a:t>
              </a:r>
            </a:p>
          </p:txBody>
        </p:sp>
      </p:grpSp>
      <p:grpSp>
        <p:nvGrpSpPr>
          <p:cNvPr id="731" name="Google Shape;823;p47"/>
          <p:cNvGrpSpPr/>
          <p:nvPr/>
        </p:nvGrpSpPr>
        <p:grpSpPr>
          <a:xfrm>
            <a:off x="6091622" y="2646111"/>
            <a:ext cx="2378144" cy="996718"/>
            <a:chOff x="0" y="0"/>
            <a:chExt cx="2378143" cy="996716"/>
          </a:xfrm>
        </p:grpSpPr>
        <p:sp>
          <p:nvSpPr>
            <p:cNvPr id="729" name="Rounded Rectangle"/>
            <p:cNvSpPr/>
            <p:nvPr/>
          </p:nvSpPr>
          <p:spPr>
            <a:xfrm>
              <a:off x="0" y="0"/>
              <a:ext cx="2378144" cy="996717"/>
            </a:xfrm>
            <a:prstGeom prst="roundRect">
              <a:avLst>
                <a:gd name="adj" fmla="val 28857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dist="85725" dir="3960000" rotWithShape="0">
                <a:srgbClr val="2D2E27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730" name="User friendly UI"/>
            <p:cNvSpPr txBox="1"/>
            <p:nvPr/>
          </p:nvSpPr>
          <p:spPr>
            <a:xfrm>
              <a:off x="98529" y="70507"/>
              <a:ext cx="2181085" cy="8557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 defTabSz="914400">
                <a:defRPr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User friendly UI</a:t>
              </a:r>
            </a:p>
          </p:txBody>
        </p:sp>
      </p:grpSp>
      <p:pic>
        <p:nvPicPr>
          <p:cNvPr id="732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47" y="3877691"/>
            <a:ext cx="996718" cy="996718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41" y="3877691"/>
            <a:ext cx="996718" cy="996718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335" y="3877691"/>
            <a:ext cx="996718" cy="996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1075;p32"/>
          <p:cNvSpPr txBox="1">
            <a:spLocks noGrp="1"/>
          </p:cNvSpPr>
          <p:nvPr>
            <p:ph type="title"/>
          </p:nvPr>
        </p:nvSpPr>
        <p:spPr>
          <a:xfrm>
            <a:off x="2960216" y="671573"/>
            <a:ext cx="3223568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Project Demo</a:t>
            </a:r>
          </a:p>
        </p:txBody>
      </p:sp>
      <p:pic>
        <p:nvPicPr>
          <p:cNvPr id="738" name="Screenshot 2025-08-03 at 8.50.44 PM.png" descr="Screenshot 2025-08-03 at 8.50.4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86" y="1232310"/>
            <a:ext cx="2185546" cy="3132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0D350D-FA3C-7BC2-7FF2-B418782B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784" y="1163780"/>
            <a:ext cx="1600464" cy="34828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00C81A-CC34-12B2-A37D-056719014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37" y="1230578"/>
            <a:ext cx="2116897" cy="3126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1075;p32"/>
          <p:cNvSpPr txBox="1">
            <a:spLocks noGrp="1"/>
          </p:cNvSpPr>
          <p:nvPr>
            <p:ph type="title"/>
          </p:nvPr>
        </p:nvSpPr>
        <p:spPr>
          <a:xfrm>
            <a:off x="2475879" y="719204"/>
            <a:ext cx="4192242" cy="812675"/>
          </a:xfrm>
          <a:prstGeom prst="rect">
            <a:avLst/>
          </a:prstGeom>
        </p:spPr>
        <p:txBody>
          <a:bodyPr anchor="b"/>
          <a:lstStyle>
            <a:lvl1pPr algn="ctr" defTabSz="599572">
              <a:defRPr sz="1992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Dataset &amp; Preprocessing Overview</a:t>
            </a:r>
          </a:p>
        </p:txBody>
      </p:sp>
      <p:sp>
        <p:nvSpPr>
          <p:cNvPr id="741" name="Google Shape;821;p47"/>
          <p:cNvSpPr/>
          <p:nvPr/>
        </p:nvSpPr>
        <p:spPr>
          <a:xfrm>
            <a:off x="3716665" y="2226388"/>
            <a:ext cx="2679344" cy="836232"/>
          </a:xfrm>
          <a:prstGeom prst="roundRect">
            <a:avLst>
              <a:gd name="adj" fmla="val 9501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744" name="Google Shape;618;p42"/>
          <p:cNvGrpSpPr/>
          <p:nvPr/>
        </p:nvGrpSpPr>
        <p:grpSpPr>
          <a:xfrm>
            <a:off x="2680071" y="2423100"/>
            <a:ext cx="585003" cy="442808"/>
            <a:chOff x="0" y="0"/>
            <a:chExt cx="585002" cy="442806"/>
          </a:xfrm>
        </p:grpSpPr>
        <p:sp>
          <p:nvSpPr>
            <p:cNvPr id="742" name="Google Shape;619;p42"/>
            <p:cNvSpPr/>
            <p:nvPr/>
          </p:nvSpPr>
          <p:spPr>
            <a:xfrm>
              <a:off x="-1" y="-1"/>
              <a:ext cx="277189" cy="324382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blurRad="63500" dist="19050" dir="5400000" rotWithShape="0">
                <a:srgbClr val="2D2E27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43" name="Google Shape;620;p42"/>
            <p:cNvSpPr/>
            <p:nvPr/>
          </p:nvSpPr>
          <p:spPr>
            <a:xfrm>
              <a:off x="0" y="64684"/>
              <a:ext cx="585003" cy="378123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dist="57150" dir="2940000" rotWithShape="0">
                <a:srgbClr val="2D2E27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745" name="Google Shape;1053;p31"/>
          <p:cNvSpPr txBox="1"/>
          <p:nvPr/>
        </p:nvSpPr>
        <p:spPr>
          <a:xfrm>
            <a:off x="2216367" y="2857013"/>
            <a:ext cx="1512411" cy="442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Data Source</a:t>
            </a:r>
          </a:p>
        </p:txBody>
      </p:sp>
      <p:sp>
        <p:nvSpPr>
          <p:cNvPr id="746" name="Google Shape;1053;p31"/>
          <p:cNvSpPr txBox="1"/>
          <p:nvPr/>
        </p:nvSpPr>
        <p:spPr>
          <a:xfrm>
            <a:off x="3740846" y="2306901"/>
            <a:ext cx="2630982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Public Acne and Healthy skin dataset.</a:t>
            </a:r>
          </a:p>
        </p:txBody>
      </p:sp>
      <p:sp>
        <p:nvSpPr>
          <p:cNvPr id="747" name="Google Shape;821;p47"/>
          <p:cNvSpPr/>
          <p:nvPr/>
        </p:nvSpPr>
        <p:spPr>
          <a:xfrm>
            <a:off x="3328237" y="3560417"/>
            <a:ext cx="2679343" cy="836233"/>
          </a:xfrm>
          <a:prstGeom prst="roundRect">
            <a:avLst>
              <a:gd name="adj" fmla="val 9501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750" name="Google Shape;618;p42"/>
          <p:cNvGrpSpPr/>
          <p:nvPr/>
        </p:nvGrpSpPr>
        <p:grpSpPr>
          <a:xfrm>
            <a:off x="2291643" y="3757129"/>
            <a:ext cx="585003" cy="442808"/>
            <a:chOff x="0" y="0"/>
            <a:chExt cx="585002" cy="442806"/>
          </a:xfrm>
        </p:grpSpPr>
        <p:sp>
          <p:nvSpPr>
            <p:cNvPr id="748" name="Google Shape;619;p42"/>
            <p:cNvSpPr/>
            <p:nvPr/>
          </p:nvSpPr>
          <p:spPr>
            <a:xfrm>
              <a:off x="-1" y="-1"/>
              <a:ext cx="277189" cy="324382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blurRad="63500" dist="19050" dir="5400000" rotWithShape="0">
                <a:srgbClr val="2D2E27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49" name="Google Shape;620;p42"/>
            <p:cNvSpPr/>
            <p:nvPr/>
          </p:nvSpPr>
          <p:spPr>
            <a:xfrm>
              <a:off x="0" y="64684"/>
              <a:ext cx="585003" cy="378123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>
              <a:solidFill>
                <a:srgbClr val="2D2E27"/>
              </a:solidFill>
              <a:prstDash val="solid"/>
              <a:round/>
            </a:ln>
            <a:effectLst>
              <a:outerShdw dist="57150" dir="2940000" rotWithShape="0">
                <a:srgbClr val="2D2E27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751" name="Google Shape;1053;p31"/>
          <p:cNvSpPr txBox="1"/>
          <p:nvPr/>
        </p:nvSpPr>
        <p:spPr>
          <a:xfrm>
            <a:off x="1827939" y="4191042"/>
            <a:ext cx="1512411" cy="442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53246">
              <a:defRPr sz="1504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Preprocessing</a:t>
            </a:r>
          </a:p>
        </p:txBody>
      </p:sp>
      <p:sp>
        <p:nvSpPr>
          <p:cNvPr id="752" name="Google Shape;1053;p31"/>
          <p:cNvSpPr txBox="1"/>
          <p:nvPr/>
        </p:nvSpPr>
        <p:spPr>
          <a:xfrm>
            <a:off x="3352418" y="3640930"/>
            <a:ext cx="2630982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Data Normalization, Augmentation.</a:t>
            </a:r>
          </a:p>
        </p:txBody>
      </p:sp>
      <p:sp>
        <p:nvSpPr>
          <p:cNvPr id="753" name="Google Shape;821;p47"/>
          <p:cNvSpPr/>
          <p:nvPr/>
        </p:nvSpPr>
        <p:spPr>
          <a:xfrm>
            <a:off x="6215690" y="3573117"/>
            <a:ext cx="1040383" cy="836233"/>
          </a:xfrm>
          <a:prstGeom prst="roundRect">
            <a:avLst>
              <a:gd name="adj" fmla="val 9501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4" name="Google Shape;1053;p31"/>
          <p:cNvSpPr txBox="1"/>
          <p:nvPr/>
        </p:nvSpPr>
        <p:spPr>
          <a:xfrm>
            <a:off x="6201402" y="3653630"/>
            <a:ext cx="1061986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465611">
              <a:defRPr sz="1072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Resize 224x224</a:t>
            </a:r>
          </a:p>
          <a:p>
            <a:pPr lvl="1" algn="ctr" defTabSz="465611">
              <a:defRPr sz="1072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Flip, Rotate</a:t>
            </a:r>
          </a:p>
        </p:txBody>
      </p:sp>
      <p:pic>
        <p:nvPicPr>
          <p:cNvPr id="755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63" y="2212100"/>
            <a:ext cx="864808" cy="8648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2764;p63"/>
          <p:cNvSpPr/>
          <p:nvPr/>
        </p:nvSpPr>
        <p:spPr>
          <a:xfrm>
            <a:off x="3227846" y="3909015"/>
            <a:ext cx="2637508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0"/>
                  <a:pt x="14400" y="0"/>
                  <a:pt x="21600" y="21600"/>
                </a:cubicBezTo>
              </a:path>
            </a:pathLst>
          </a:custGeom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58" name="Model Development"/>
          <p:cNvSpPr txBox="1">
            <a:spLocks noGrp="1"/>
          </p:cNvSpPr>
          <p:nvPr>
            <p:ph type="title"/>
          </p:nvPr>
        </p:nvSpPr>
        <p:spPr>
          <a:xfrm>
            <a:off x="2475879" y="577391"/>
            <a:ext cx="4192242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Model Development</a:t>
            </a:r>
          </a:p>
        </p:txBody>
      </p:sp>
      <p:sp>
        <p:nvSpPr>
          <p:cNvPr id="759" name="Google Shape;1053;p31"/>
          <p:cNvSpPr txBox="1"/>
          <p:nvPr/>
        </p:nvSpPr>
        <p:spPr>
          <a:xfrm>
            <a:off x="2233961" y="1114088"/>
            <a:ext cx="4676078" cy="120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Deep Learning Models utilized for classification.</a:t>
            </a:r>
          </a:p>
        </p:txBody>
      </p:sp>
      <p:sp>
        <p:nvSpPr>
          <p:cNvPr id="760" name="Google Shape;821;p47"/>
          <p:cNvSpPr/>
          <p:nvPr/>
        </p:nvSpPr>
        <p:spPr>
          <a:xfrm>
            <a:off x="3232328" y="2294201"/>
            <a:ext cx="2679344" cy="836232"/>
          </a:xfrm>
          <a:prstGeom prst="roundRect">
            <a:avLst>
              <a:gd name="adj" fmla="val 9501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61" name="Google Shape;1053;p31"/>
          <p:cNvSpPr txBox="1"/>
          <p:nvPr/>
        </p:nvSpPr>
        <p:spPr>
          <a:xfrm>
            <a:off x="3256509" y="2374714"/>
            <a:ext cx="2630982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Transfer Learning from ImageNet applied.</a:t>
            </a:r>
          </a:p>
        </p:txBody>
      </p:sp>
      <p:sp>
        <p:nvSpPr>
          <p:cNvPr id="762" name="Google Shape;2252;p58"/>
          <p:cNvSpPr/>
          <p:nvPr/>
        </p:nvSpPr>
        <p:spPr>
          <a:xfrm rot="10800000">
            <a:off x="4139596" y="3453128"/>
            <a:ext cx="864808" cy="86480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68" name="Google Shape;2331;p58"/>
          <p:cNvGrpSpPr/>
          <p:nvPr/>
        </p:nvGrpSpPr>
        <p:grpSpPr>
          <a:xfrm>
            <a:off x="4398470" y="4473944"/>
            <a:ext cx="347060" cy="345430"/>
            <a:chOff x="0" y="0"/>
            <a:chExt cx="347059" cy="345429"/>
          </a:xfrm>
        </p:grpSpPr>
        <p:sp>
          <p:nvSpPr>
            <p:cNvPr id="763" name="Google Shape;2332;p58"/>
            <p:cNvSpPr/>
            <p:nvPr/>
          </p:nvSpPr>
          <p:spPr>
            <a:xfrm>
              <a:off x="0" y="271168"/>
              <a:ext cx="347060" cy="7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690" extrusionOk="0">
                  <a:moveTo>
                    <a:pt x="19273" y="0"/>
                  </a:moveTo>
                  <a:cubicBezTo>
                    <a:pt x="18209" y="0"/>
                    <a:pt x="17309" y="2429"/>
                    <a:pt x="17034" y="5727"/>
                  </a:cubicBezTo>
                  <a:lnTo>
                    <a:pt x="15395" y="5727"/>
                  </a:lnTo>
                  <a:cubicBezTo>
                    <a:pt x="14785" y="-345"/>
                    <a:pt x="12238" y="-340"/>
                    <a:pt x="11627" y="5727"/>
                  </a:cubicBezTo>
                  <a:lnTo>
                    <a:pt x="9973" y="5727"/>
                  </a:lnTo>
                  <a:cubicBezTo>
                    <a:pt x="9362" y="-345"/>
                    <a:pt x="6815" y="-340"/>
                    <a:pt x="6205" y="5727"/>
                  </a:cubicBezTo>
                  <a:lnTo>
                    <a:pt x="4567" y="5727"/>
                  </a:lnTo>
                  <a:cubicBezTo>
                    <a:pt x="3792" y="-2934"/>
                    <a:pt x="59" y="-1285"/>
                    <a:pt x="0" y="7866"/>
                  </a:cubicBezTo>
                  <a:cubicBezTo>
                    <a:pt x="61" y="17017"/>
                    <a:pt x="3794" y="18666"/>
                    <a:pt x="4567" y="10005"/>
                  </a:cubicBezTo>
                  <a:lnTo>
                    <a:pt x="6205" y="10005"/>
                  </a:lnTo>
                  <a:cubicBezTo>
                    <a:pt x="6815" y="16077"/>
                    <a:pt x="9364" y="16072"/>
                    <a:pt x="9973" y="10005"/>
                  </a:cubicBezTo>
                  <a:lnTo>
                    <a:pt x="11627" y="10005"/>
                  </a:lnTo>
                  <a:cubicBezTo>
                    <a:pt x="12238" y="16077"/>
                    <a:pt x="14786" y="16072"/>
                    <a:pt x="15395" y="10005"/>
                  </a:cubicBezTo>
                  <a:lnTo>
                    <a:pt x="17034" y="10005"/>
                  </a:lnTo>
                  <a:cubicBezTo>
                    <a:pt x="17808" y="18666"/>
                    <a:pt x="21541" y="17012"/>
                    <a:pt x="21600" y="7866"/>
                  </a:cubicBezTo>
                  <a:cubicBezTo>
                    <a:pt x="21600" y="3528"/>
                    <a:pt x="20556" y="0"/>
                    <a:pt x="19273" y="0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64" name="Google Shape;2333;p58"/>
            <p:cNvSpPr/>
            <p:nvPr/>
          </p:nvSpPr>
          <p:spPr>
            <a:xfrm>
              <a:off x="64483" y="35546"/>
              <a:ext cx="153603" cy="8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5354"/>
                  </a:moveTo>
                  <a:lnTo>
                    <a:pt x="6245" y="0"/>
                  </a:lnTo>
                  <a:lnTo>
                    <a:pt x="0" y="6240"/>
                  </a:lnTo>
                  <a:lnTo>
                    <a:pt x="15355" y="21600"/>
                  </a:lnTo>
                  <a:lnTo>
                    <a:pt x="21600" y="15354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65" name="Google Shape;2334;p58"/>
            <p:cNvSpPr/>
            <p:nvPr/>
          </p:nvSpPr>
          <p:spPr>
            <a:xfrm>
              <a:off x="128967" y="-1"/>
              <a:ext cx="153600" cy="86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8" extrusionOk="0">
                  <a:moveTo>
                    <a:pt x="21600" y="15162"/>
                  </a:moveTo>
                  <a:lnTo>
                    <a:pt x="6960" y="335"/>
                  </a:lnTo>
                  <a:cubicBezTo>
                    <a:pt x="6518" y="-112"/>
                    <a:pt x="5971" y="-112"/>
                    <a:pt x="5526" y="335"/>
                  </a:cubicBezTo>
                  <a:lnTo>
                    <a:pt x="0" y="5932"/>
                  </a:lnTo>
                  <a:lnTo>
                    <a:pt x="15354" y="21488"/>
                  </a:lnTo>
                  <a:lnTo>
                    <a:pt x="21600" y="15162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66" name="Google Shape;2335;p58"/>
            <p:cNvSpPr/>
            <p:nvPr/>
          </p:nvSpPr>
          <p:spPr>
            <a:xfrm>
              <a:off x="54340" y="78741"/>
              <a:ext cx="109403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9" y="14737"/>
                  </a:moveTo>
                  <a:lnTo>
                    <a:pt x="21600" y="21600"/>
                  </a:lnTo>
                  <a:lnTo>
                    <a:pt x="21600" y="7200"/>
                  </a:lnTo>
                  <a:lnTo>
                    <a:pt x="0" y="0"/>
                  </a:lnTo>
                  <a:lnTo>
                    <a:pt x="0" y="13728"/>
                  </a:lnTo>
                  <a:cubicBezTo>
                    <a:pt x="0" y="14144"/>
                    <a:pt x="382" y="14528"/>
                    <a:pt x="1009" y="14737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67" name="Google Shape;2336;p58"/>
            <p:cNvSpPr/>
            <p:nvPr/>
          </p:nvSpPr>
          <p:spPr>
            <a:xfrm>
              <a:off x="184031" y="78741"/>
              <a:ext cx="108680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200"/>
                  </a:moveTo>
                  <a:lnTo>
                    <a:pt x="0" y="21600"/>
                  </a:lnTo>
                  <a:lnTo>
                    <a:pt x="20591" y="14737"/>
                  </a:lnTo>
                  <a:cubicBezTo>
                    <a:pt x="21214" y="14528"/>
                    <a:pt x="21600" y="14144"/>
                    <a:pt x="21600" y="13728"/>
                  </a:cubicBezTo>
                  <a:lnTo>
                    <a:pt x="21600" y="0"/>
                  </a:lnTo>
                  <a:lnTo>
                    <a:pt x="12815" y="2928"/>
                  </a:lnTo>
                  <a:lnTo>
                    <a:pt x="12815" y="5709"/>
                  </a:lnTo>
                  <a:cubicBezTo>
                    <a:pt x="12716" y="7252"/>
                    <a:pt x="8879" y="7252"/>
                    <a:pt x="8785" y="5709"/>
                  </a:cubicBezTo>
                  <a:lnTo>
                    <a:pt x="8785" y="4272"/>
                  </a:lnTo>
                  <a:lnTo>
                    <a:pt x="0" y="7200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769" name="Google Shape;2252;p58"/>
          <p:cNvSpPr/>
          <p:nvPr/>
        </p:nvSpPr>
        <p:spPr>
          <a:xfrm rot="10800000">
            <a:off x="2460034" y="3476611"/>
            <a:ext cx="864808" cy="86480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75" name="Google Shape;2331;p58"/>
          <p:cNvGrpSpPr/>
          <p:nvPr/>
        </p:nvGrpSpPr>
        <p:grpSpPr>
          <a:xfrm>
            <a:off x="2718908" y="4497426"/>
            <a:ext cx="347061" cy="345431"/>
            <a:chOff x="0" y="0"/>
            <a:chExt cx="347059" cy="345429"/>
          </a:xfrm>
        </p:grpSpPr>
        <p:sp>
          <p:nvSpPr>
            <p:cNvPr id="770" name="Google Shape;2332;p58"/>
            <p:cNvSpPr/>
            <p:nvPr/>
          </p:nvSpPr>
          <p:spPr>
            <a:xfrm>
              <a:off x="0" y="271168"/>
              <a:ext cx="347060" cy="7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690" extrusionOk="0">
                  <a:moveTo>
                    <a:pt x="19273" y="0"/>
                  </a:moveTo>
                  <a:cubicBezTo>
                    <a:pt x="18209" y="0"/>
                    <a:pt x="17309" y="2429"/>
                    <a:pt x="17034" y="5727"/>
                  </a:cubicBezTo>
                  <a:lnTo>
                    <a:pt x="15395" y="5727"/>
                  </a:lnTo>
                  <a:cubicBezTo>
                    <a:pt x="14785" y="-345"/>
                    <a:pt x="12238" y="-340"/>
                    <a:pt x="11627" y="5727"/>
                  </a:cubicBezTo>
                  <a:lnTo>
                    <a:pt x="9973" y="5727"/>
                  </a:lnTo>
                  <a:cubicBezTo>
                    <a:pt x="9362" y="-345"/>
                    <a:pt x="6815" y="-340"/>
                    <a:pt x="6205" y="5727"/>
                  </a:cubicBezTo>
                  <a:lnTo>
                    <a:pt x="4567" y="5727"/>
                  </a:lnTo>
                  <a:cubicBezTo>
                    <a:pt x="3792" y="-2934"/>
                    <a:pt x="59" y="-1285"/>
                    <a:pt x="0" y="7866"/>
                  </a:cubicBezTo>
                  <a:cubicBezTo>
                    <a:pt x="61" y="17017"/>
                    <a:pt x="3794" y="18666"/>
                    <a:pt x="4567" y="10005"/>
                  </a:cubicBezTo>
                  <a:lnTo>
                    <a:pt x="6205" y="10005"/>
                  </a:lnTo>
                  <a:cubicBezTo>
                    <a:pt x="6815" y="16077"/>
                    <a:pt x="9364" y="16072"/>
                    <a:pt x="9973" y="10005"/>
                  </a:cubicBezTo>
                  <a:lnTo>
                    <a:pt x="11627" y="10005"/>
                  </a:lnTo>
                  <a:cubicBezTo>
                    <a:pt x="12238" y="16077"/>
                    <a:pt x="14786" y="16072"/>
                    <a:pt x="15395" y="10005"/>
                  </a:cubicBezTo>
                  <a:lnTo>
                    <a:pt x="17034" y="10005"/>
                  </a:lnTo>
                  <a:cubicBezTo>
                    <a:pt x="17808" y="18666"/>
                    <a:pt x="21541" y="17012"/>
                    <a:pt x="21600" y="7866"/>
                  </a:cubicBezTo>
                  <a:cubicBezTo>
                    <a:pt x="21600" y="3528"/>
                    <a:pt x="20556" y="0"/>
                    <a:pt x="19273" y="0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1" name="Google Shape;2333;p58"/>
            <p:cNvSpPr/>
            <p:nvPr/>
          </p:nvSpPr>
          <p:spPr>
            <a:xfrm>
              <a:off x="64483" y="35546"/>
              <a:ext cx="153603" cy="8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5354"/>
                  </a:moveTo>
                  <a:lnTo>
                    <a:pt x="6245" y="0"/>
                  </a:lnTo>
                  <a:lnTo>
                    <a:pt x="0" y="6240"/>
                  </a:lnTo>
                  <a:lnTo>
                    <a:pt x="15355" y="21600"/>
                  </a:lnTo>
                  <a:lnTo>
                    <a:pt x="21600" y="15354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2" name="Google Shape;2334;p58"/>
            <p:cNvSpPr/>
            <p:nvPr/>
          </p:nvSpPr>
          <p:spPr>
            <a:xfrm>
              <a:off x="128967" y="-1"/>
              <a:ext cx="153600" cy="86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8" extrusionOk="0">
                  <a:moveTo>
                    <a:pt x="21600" y="15162"/>
                  </a:moveTo>
                  <a:lnTo>
                    <a:pt x="6960" y="335"/>
                  </a:lnTo>
                  <a:cubicBezTo>
                    <a:pt x="6518" y="-112"/>
                    <a:pt x="5971" y="-112"/>
                    <a:pt x="5526" y="335"/>
                  </a:cubicBezTo>
                  <a:lnTo>
                    <a:pt x="0" y="5932"/>
                  </a:lnTo>
                  <a:lnTo>
                    <a:pt x="15354" y="21488"/>
                  </a:lnTo>
                  <a:lnTo>
                    <a:pt x="21600" y="15162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3" name="Google Shape;2335;p58"/>
            <p:cNvSpPr/>
            <p:nvPr/>
          </p:nvSpPr>
          <p:spPr>
            <a:xfrm>
              <a:off x="54340" y="78741"/>
              <a:ext cx="109403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9" y="14737"/>
                  </a:moveTo>
                  <a:lnTo>
                    <a:pt x="21600" y="21600"/>
                  </a:lnTo>
                  <a:lnTo>
                    <a:pt x="21600" y="7200"/>
                  </a:lnTo>
                  <a:lnTo>
                    <a:pt x="0" y="0"/>
                  </a:lnTo>
                  <a:lnTo>
                    <a:pt x="0" y="13728"/>
                  </a:lnTo>
                  <a:cubicBezTo>
                    <a:pt x="0" y="14144"/>
                    <a:pt x="382" y="14528"/>
                    <a:pt x="1009" y="14737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4" name="Google Shape;2336;p58"/>
            <p:cNvSpPr/>
            <p:nvPr/>
          </p:nvSpPr>
          <p:spPr>
            <a:xfrm>
              <a:off x="184031" y="78741"/>
              <a:ext cx="108680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200"/>
                  </a:moveTo>
                  <a:lnTo>
                    <a:pt x="0" y="21600"/>
                  </a:lnTo>
                  <a:lnTo>
                    <a:pt x="20591" y="14737"/>
                  </a:lnTo>
                  <a:cubicBezTo>
                    <a:pt x="21214" y="14528"/>
                    <a:pt x="21600" y="14144"/>
                    <a:pt x="21600" y="13728"/>
                  </a:cubicBezTo>
                  <a:lnTo>
                    <a:pt x="21600" y="0"/>
                  </a:lnTo>
                  <a:lnTo>
                    <a:pt x="12815" y="2928"/>
                  </a:lnTo>
                  <a:lnTo>
                    <a:pt x="12815" y="5709"/>
                  </a:lnTo>
                  <a:cubicBezTo>
                    <a:pt x="12716" y="7252"/>
                    <a:pt x="8879" y="7252"/>
                    <a:pt x="8785" y="5709"/>
                  </a:cubicBezTo>
                  <a:lnTo>
                    <a:pt x="8785" y="4272"/>
                  </a:lnTo>
                  <a:lnTo>
                    <a:pt x="0" y="7200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776" name="Google Shape;2252;p58"/>
          <p:cNvSpPr/>
          <p:nvPr/>
        </p:nvSpPr>
        <p:spPr>
          <a:xfrm rot="10800000">
            <a:off x="5819158" y="3459358"/>
            <a:ext cx="864808" cy="864808"/>
          </a:xfrm>
          <a:prstGeom prst="ellipse">
            <a:avLst/>
          </a:prstGeom>
          <a:solidFill>
            <a:srgbClr val="EFEFEF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82" name="Google Shape;2331;p58"/>
          <p:cNvGrpSpPr/>
          <p:nvPr/>
        </p:nvGrpSpPr>
        <p:grpSpPr>
          <a:xfrm>
            <a:off x="6078031" y="4480174"/>
            <a:ext cx="347061" cy="345430"/>
            <a:chOff x="0" y="0"/>
            <a:chExt cx="347059" cy="345429"/>
          </a:xfrm>
        </p:grpSpPr>
        <p:sp>
          <p:nvSpPr>
            <p:cNvPr id="777" name="Google Shape;2332;p58"/>
            <p:cNvSpPr/>
            <p:nvPr/>
          </p:nvSpPr>
          <p:spPr>
            <a:xfrm>
              <a:off x="0" y="271168"/>
              <a:ext cx="347060" cy="7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690" extrusionOk="0">
                  <a:moveTo>
                    <a:pt x="19273" y="0"/>
                  </a:moveTo>
                  <a:cubicBezTo>
                    <a:pt x="18209" y="0"/>
                    <a:pt x="17309" y="2429"/>
                    <a:pt x="17034" y="5727"/>
                  </a:cubicBezTo>
                  <a:lnTo>
                    <a:pt x="15395" y="5727"/>
                  </a:lnTo>
                  <a:cubicBezTo>
                    <a:pt x="14785" y="-345"/>
                    <a:pt x="12238" y="-340"/>
                    <a:pt x="11627" y="5727"/>
                  </a:cubicBezTo>
                  <a:lnTo>
                    <a:pt x="9973" y="5727"/>
                  </a:lnTo>
                  <a:cubicBezTo>
                    <a:pt x="9362" y="-345"/>
                    <a:pt x="6815" y="-340"/>
                    <a:pt x="6205" y="5727"/>
                  </a:cubicBezTo>
                  <a:lnTo>
                    <a:pt x="4567" y="5727"/>
                  </a:lnTo>
                  <a:cubicBezTo>
                    <a:pt x="3792" y="-2934"/>
                    <a:pt x="59" y="-1285"/>
                    <a:pt x="0" y="7866"/>
                  </a:cubicBezTo>
                  <a:cubicBezTo>
                    <a:pt x="61" y="17017"/>
                    <a:pt x="3794" y="18666"/>
                    <a:pt x="4567" y="10005"/>
                  </a:cubicBezTo>
                  <a:lnTo>
                    <a:pt x="6205" y="10005"/>
                  </a:lnTo>
                  <a:cubicBezTo>
                    <a:pt x="6815" y="16077"/>
                    <a:pt x="9364" y="16072"/>
                    <a:pt x="9973" y="10005"/>
                  </a:cubicBezTo>
                  <a:lnTo>
                    <a:pt x="11627" y="10005"/>
                  </a:lnTo>
                  <a:cubicBezTo>
                    <a:pt x="12238" y="16077"/>
                    <a:pt x="14786" y="16072"/>
                    <a:pt x="15395" y="10005"/>
                  </a:cubicBezTo>
                  <a:lnTo>
                    <a:pt x="17034" y="10005"/>
                  </a:lnTo>
                  <a:cubicBezTo>
                    <a:pt x="17808" y="18666"/>
                    <a:pt x="21541" y="17012"/>
                    <a:pt x="21600" y="7866"/>
                  </a:cubicBezTo>
                  <a:cubicBezTo>
                    <a:pt x="21600" y="3528"/>
                    <a:pt x="20556" y="0"/>
                    <a:pt x="19273" y="0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8" name="Google Shape;2333;p58"/>
            <p:cNvSpPr/>
            <p:nvPr/>
          </p:nvSpPr>
          <p:spPr>
            <a:xfrm>
              <a:off x="64483" y="35546"/>
              <a:ext cx="153603" cy="8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5354"/>
                  </a:moveTo>
                  <a:lnTo>
                    <a:pt x="6245" y="0"/>
                  </a:lnTo>
                  <a:lnTo>
                    <a:pt x="0" y="6240"/>
                  </a:lnTo>
                  <a:lnTo>
                    <a:pt x="15355" y="21600"/>
                  </a:lnTo>
                  <a:lnTo>
                    <a:pt x="21600" y="15354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79" name="Google Shape;2334;p58"/>
            <p:cNvSpPr/>
            <p:nvPr/>
          </p:nvSpPr>
          <p:spPr>
            <a:xfrm>
              <a:off x="128967" y="-1"/>
              <a:ext cx="153600" cy="86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8" extrusionOk="0">
                  <a:moveTo>
                    <a:pt x="21600" y="15162"/>
                  </a:moveTo>
                  <a:lnTo>
                    <a:pt x="6960" y="335"/>
                  </a:lnTo>
                  <a:cubicBezTo>
                    <a:pt x="6518" y="-112"/>
                    <a:pt x="5971" y="-112"/>
                    <a:pt x="5526" y="335"/>
                  </a:cubicBezTo>
                  <a:lnTo>
                    <a:pt x="0" y="5932"/>
                  </a:lnTo>
                  <a:lnTo>
                    <a:pt x="15354" y="21488"/>
                  </a:lnTo>
                  <a:lnTo>
                    <a:pt x="21600" y="15162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80" name="Google Shape;2335;p58"/>
            <p:cNvSpPr/>
            <p:nvPr/>
          </p:nvSpPr>
          <p:spPr>
            <a:xfrm>
              <a:off x="54340" y="78741"/>
              <a:ext cx="109403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9" y="14737"/>
                  </a:moveTo>
                  <a:lnTo>
                    <a:pt x="21600" y="21600"/>
                  </a:lnTo>
                  <a:lnTo>
                    <a:pt x="21600" y="7200"/>
                  </a:lnTo>
                  <a:lnTo>
                    <a:pt x="0" y="0"/>
                  </a:lnTo>
                  <a:lnTo>
                    <a:pt x="0" y="13728"/>
                  </a:lnTo>
                  <a:cubicBezTo>
                    <a:pt x="0" y="14144"/>
                    <a:pt x="382" y="14528"/>
                    <a:pt x="1009" y="14737"/>
                  </a:cubicBez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81" name="Google Shape;2336;p58"/>
            <p:cNvSpPr/>
            <p:nvPr/>
          </p:nvSpPr>
          <p:spPr>
            <a:xfrm>
              <a:off x="184031" y="78741"/>
              <a:ext cx="108680" cy="18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200"/>
                  </a:moveTo>
                  <a:lnTo>
                    <a:pt x="0" y="21600"/>
                  </a:lnTo>
                  <a:lnTo>
                    <a:pt x="20591" y="14737"/>
                  </a:lnTo>
                  <a:cubicBezTo>
                    <a:pt x="21214" y="14528"/>
                    <a:pt x="21600" y="14144"/>
                    <a:pt x="21600" y="13728"/>
                  </a:cubicBezTo>
                  <a:lnTo>
                    <a:pt x="21600" y="0"/>
                  </a:lnTo>
                  <a:lnTo>
                    <a:pt x="12815" y="2928"/>
                  </a:lnTo>
                  <a:lnTo>
                    <a:pt x="12815" y="5709"/>
                  </a:lnTo>
                  <a:cubicBezTo>
                    <a:pt x="12716" y="7252"/>
                    <a:pt x="8879" y="7252"/>
                    <a:pt x="8785" y="5709"/>
                  </a:cubicBezTo>
                  <a:lnTo>
                    <a:pt x="8785" y="4272"/>
                  </a:lnTo>
                  <a:lnTo>
                    <a:pt x="0" y="7200"/>
                  </a:lnTo>
                  <a:close/>
                </a:path>
              </a:pathLst>
            </a:custGeom>
            <a:solidFill>
              <a:srgbClr val="6A69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 sz="1800"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783" name="Google Shape;1053;p31"/>
          <p:cNvSpPr txBox="1"/>
          <p:nvPr/>
        </p:nvSpPr>
        <p:spPr>
          <a:xfrm>
            <a:off x="2465482" y="3547929"/>
            <a:ext cx="864808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>
                <a:solidFill>
                  <a:schemeClr val="accent1">
                    <a:satOff val="-39551"/>
                    <a:lumOff val="-13411"/>
                  </a:schemeClr>
                </a:solidFill>
              </a:rPr>
              <a:t>VGG19</a:t>
            </a:r>
          </a:p>
        </p:txBody>
      </p:sp>
      <p:sp>
        <p:nvSpPr>
          <p:cNvPr id="784" name="Google Shape;1053;p31"/>
          <p:cNvSpPr txBox="1"/>
          <p:nvPr/>
        </p:nvSpPr>
        <p:spPr>
          <a:xfrm>
            <a:off x="4114196" y="3571412"/>
            <a:ext cx="895656" cy="675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>
                <a:solidFill>
                  <a:schemeClr val="accent1">
                    <a:satOff val="-39551"/>
                    <a:lumOff val="-13411"/>
                  </a:schemeClr>
                </a:solidFill>
              </a:rPr>
              <a:t>ResNet50</a:t>
            </a:r>
          </a:p>
        </p:txBody>
      </p:sp>
      <p:sp>
        <p:nvSpPr>
          <p:cNvPr id="785" name="Google Shape;1053;p31"/>
          <p:cNvSpPr txBox="1"/>
          <p:nvPr/>
        </p:nvSpPr>
        <p:spPr>
          <a:xfrm>
            <a:off x="5720569" y="3641156"/>
            <a:ext cx="1061986" cy="510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5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>
                <a:solidFill>
                  <a:schemeClr val="accent1">
                    <a:satOff val="-39551"/>
                    <a:lumOff val="-13411"/>
                  </a:schemeClr>
                </a:solidFill>
              </a:rPr>
              <a:t>Xception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erformance Evaluation"/>
          <p:cNvSpPr txBox="1">
            <a:spLocks noGrp="1"/>
          </p:cNvSpPr>
          <p:nvPr>
            <p:ph type="title"/>
          </p:nvPr>
        </p:nvSpPr>
        <p:spPr>
          <a:xfrm>
            <a:off x="2475879" y="577391"/>
            <a:ext cx="4192242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Performance Evaluation </a:t>
            </a:r>
          </a:p>
        </p:txBody>
      </p:sp>
      <p:sp>
        <p:nvSpPr>
          <p:cNvPr id="789" name="Google Shape;1053;p31"/>
          <p:cNvSpPr txBox="1"/>
          <p:nvPr/>
        </p:nvSpPr>
        <p:spPr>
          <a:xfrm>
            <a:off x="2233961" y="1114088"/>
            <a:ext cx="4676078" cy="120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/>
          <a:p>
            <a:pPr lvl="1" algn="ctr" defTabSz="694942">
              <a:defRPr sz="16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Metrics used to assess model performance.</a:t>
            </a:r>
          </a:p>
        </p:txBody>
      </p:sp>
      <p:sp>
        <p:nvSpPr>
          <p:cNvPr id="790" name="Google Shape;3528;p71"/>
          <p:cNvSpPr/>
          <p:nvPr/>
        </p:nvSpPr>
        <p:spPr>
          <a:xfrm>
            <a:off x="1709678" y="2305905"/>
            <a:ext cx="353158" cy="945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8" h="20343" extrusionOk="0">
                <a:moveTo>
                  <a:pt x="20946" y="17407"/>
                </a:moveTo>
                <a:lnTo>
                  <a:pt x="15526" y="15489"/>
                </a:lnTo>
                <a:cubicBezTo>
                  <a:pt x="15211" y="15378"/>
                  <a:pt x="14781" y="15315"/>
                  <a:pt x="14336" y="15315"/>
                </a:cubicBezTo>
                <a:lnTo>
                  <a:pt x="12404" y="15315"/>
                </a:lnTo>
                <a:lnTo>
                  <a:pt x="12404" y="7513"/>
                </a:lnTo>
                <a:cubicBezTo>
                  <a:pt x="17516" y="7226"/>
                  <a:pt x="21438" y="5655"/>
                  <a:pt x="21438" y="3767"/>
                </a:cubicBezTo>
                <a:cubicBezTo>
                  <a:pt x="20898" y="-1257"/>
                  <a:pt x="540" y="-1256"/>
                  <a:pt x="0" y="3768"/>
                </a:cubicBezTo>
                <a:cubicBezTo>
                  <a:pt x="0" y="5655"/>
                  <a:pt x="3922" y="7226"/>
                  <a:pt x="9034" y="7513"/>
                </a:cubicBezTo>
                <a:lnTo>
                  <a:pt x="9034" y="15315"/>
                </a:lnTo>
                <a:lnTo>
                  <a:pt x="1691" y="15315"/>
                </a:lnTo>
                <a:cubicBezTo>
                  <a:pt x="757" y="15315"/>
                  <a:pt x="0" y="15581"/>
                  <a:pt x="0" y="15912"/>
                </a:cubicBezTo>
                <a:lnTo>
                  <a:pt x="0" y="19746"/>
                </a:lnTo>
                <a:cubicBezTo>
                  <a:pt x="0" y="20075"/>
                  <a:pt x="757" y="20343"/>
                  <a:pt x="1691" y="20343"/>
                </a:cubicBezTo>
                <a:lnTo>
                  <a:pt x="14336" y="20343"/>
                </a:lnTo>
                <a:cubicBezTo>
                  <a:pt x="14781" y="20343"/>
                  <a:pt x="15211" y="20280"/>
                  <a:pt x="15526" y="20169"/>
                </a:cubicBezTo>
                <a:lnTo>
                  <a:pt x="20946" y="18251"/>
                </a:lnTo>
                <a:cubicBezTo>
                  <a:pt x="21600" y="18018"/>
                  <a:pt x="21600" y="17640"/>
                  <a:pt x="20946" y="17407"/>
                </a:cubicBezTo>
                <a:close/>
                <a:moveTo>
                  <a:pt x="9815" y="5004"/>
                </a:moveTo>
                <a:cubicBezTo>
                  <a:pt x="9381" y="5004"/>
                  <a:pt x="8955" y="4945"/>
                  <a:pt x="8628" y="4828"/>
                </a:cubicBezTo>
                <a:lnTo>
                  <a:pt x="6819" y="4189"/>
                </a:lnTo>
                <a:cubicBezTo>
                  <a:pt x="5298" y="3609"/>
                  <a:pt x="7564" y="2807"/>
                  <a:pt x="9204" y="3346"/>
                </a:cubicBezTo>
                <a:lnTo>
                  <a:pt x="9815" y="3563"/>
                </a:lnTo>
                <a:lnTo>
                  <a:pt x="12235" y="2707"/>
                </a:lnTo>
                <a:cubicBezTo>
                  <a:pt x="13874" y="2168"/>
                  <a:pt x="16141" y="2970"/>
                  <a:pt x="14623" y="3551"/>
                </a:cubicBezTo>
                <a:lnTo>
                  <a:pt x="11013" y="4828"/>
                </a:lnTo>
                <a:cubicBezTo>
                  <a:pt x="10678" y="4945"/>
                  <a:pt x="10248" y="5004"/>
                  <a:pt x="9815" y="5004"/>
                </a:cubicBezTo>
                <a:close/>
              </a:path>
            </a:pathLst>
          </a:custGeom>
          <a:solidFill>
            <a:srgbClr val="6A69F6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1" name="Google Shape;3528;p71"/>
          <p:cNvSpPr/>
          <p:nvPr/>
        </p:nvSpPr>
        <p:spPr>
          <a:xfrm>
            <a:off x="1709678" y="3640603"/>
            <a:ext cx="353158" cy="945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8" h="20343" extrusionOk="0">
                <a:moveTo>
                  <a:pt x="20946" y="17407"/>
                </a:moveTo>
                <a:lnTo>
                  <a:pt x="15526" y="15489"/>
                </a:lnTo>
                <a:cubicBezTo>
                  <a:pt x="15211" y="15378"/>
                  <a:pt x="14781" y="15315"/>
                  <a:pt x="14336" y="15315"/>
                </a:cubicBezTo>
                <a:lnTo>
                  <a:pt x="12404" y="15315"/>
                </a:lnTo>
                <a:lnTo>
                  <a:pt x="12404" y="7513"/>
                </a:lnTo>
                <a:cubicBezTo>
                  <a:pt x="17516" y="7226"/>
                  <a:pt x="21438" y="5655"/>
                  <a:pt x="21438" y="3767"/>
                </a:cubicBezTo>
                <a:cubicBezTo>
                  <a:pt x="20898" y="-1257"/>
                  <a:pt x="540" y="-1256"/>
                  <a:pt x="0" y="3768"/>
                </a:cubicBezTo>
                <a:cubicBezTo>
                  <a:pt x="0" y="5655"/>
                  <a:pt x="3922" y="7226"/>
                  <a:pt x="9034" y="7513"/>
                </a:cubicBezTo>
                <a:lnTo>
                  <a:pt x="9034" y="15315"/>
                </a:lnTo>
                <a:lnTo>
                  <a:pt x="1691" y="15315"/>
                </a:lnTo>
                <a:cubicBezTo>
                  <a:pt x="757" y="15315"/>
                  <a:pt x="0" y="15581"/>
                  <a:pt x="0" y="15912"/>
                </a:cubicBezTo>
                <a:lnTo>
                  <a:pt x="0" y="19746"/>
                </a:lnTo>
                <a:cubicBezTo>
                  <a:pt x="0" y="20075"/>
                  <a:pt x="757" y="20343"/>
                  <a:pt x="1691" y="20343"/>
                </a:cubicBezTo>
                <a:lnTo>
                  <a:pt x="14336" y="20343"/>
                </a:lnTo>
                <a:cubicBezTo>
                  <a:pt x="14781" y="20343"/>
                  <a:pt x="15211" y="20280"/>
                  <a:pt x="15526" y="20169"/>
                </a:cubicBezTo>
                <a:lnTo>
                  <a:pt x="20946" y="18251"/>
                </a:lnTo>
                <a:cubicBezTo>
                  <a:pt x="21600" y="18018"/>
                  <a:pt x="21600" y="17640"/>
                  <a:pt x="20946" y="17407"/>
                </a:cubicBezTo>
                <a:close/>
                <a:moveTo>
                  <a:pt x="9815" y="5004"/>
                </a:moveTo>
                <a:cubicBezTo>
                  <a:pt x="9381" y="5004"/>
                  <a:pt x="8955" y="4945"/>
                  <a:pt x="8628" y="4828"/>
                </a:cubicBezTo>
                <a:lnTo>
                  <a:pt x="6819" y="4189"/>
                </a:lnTo>
                <a:cubicBezTo>
                  <a:pt x="5298" y="3609"/>
                  <a:pt x="7564" y="2807"/>
                  <a:pt x="9204" y="3346"/>
                </a:cubicBezTo>
                <a:lnTo>
                  <a:pt x="9815" y="3563"/>
                </a:lnTo>
                <a:lnTo>
                  <a:pt x="12235" y="2707"/>
                </a:lnTo>
                <a:cubicBezTo>
                  <a:pt x="13874" y="2168"/>
                  <a:pt x="16141" y="2970"/>
                  <a:pt x="14623" y="3551"/>
                </a:cubicBezTo>
                <a:lnTo>
                  <a:pt x="11013" y="4828"/>
                </a:lnTo>
                <a:cubicBezTo>
                  <a:pt x="10678" y="4945"/>
                  <a:pt x="10248" y="5004"/>
                  <a:pt x="9815" y="5004"/>
                </a:cubicBezTo>
                <a:close/>
              </a:path>
            </a:pathLst>
          </a:custGeom>
          <a:solidFill>
            <a:srgbClr val="6A69F6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2" name="Google Shape;3527;p71"/>
          <p:cNvSpPr/>
          <p:nvPr/>
        </p:nvSpPr>
        <p:spPr>
          <a:xfrm flipH="1">
            <a:off x="6828893" y="2557380"/>
            <a:ext cx="240840" cy="44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19815" extrusionOk="0">
                <a:moveTo>
                  <a:pt x="20934" y="15645"/>
                </a:moveTo>
                <a:lnTo>
                  <a:pt x="15522" y="12921"/>
                </a:lnTo>
                <a:cubicBezTo>
                  <a:pt x="15199" y="12763"/>
                  <a:pt x="14773" y="12674"/>
                  <a:pt x="14328" y="12674"/>
                </a:cubicBezTo>
                <a:lnTo>
                  <a:pt x="12400" y="12674"/>
                </a:lnTo>
                <a:lnTo>
                  <a:pt x="12400" y="10671"/>
                </a:lnTo>
                <a:cubicBezTo>
                  <a:pt x="17513" y="10263"/>
                  <a:pt x="21434" y="8032"/>
                  <a:pt x="21434" y="5350"/>
                </a:cubicBezTo>
                <a:cubicBezTo>
                  <a:pt x="20894" y="-1785"/>
                  <a:pt x="532" y="-1783"/>
                  <a:pt x="0" y="5350"/>
                </a:cubicBezTo>
                <a:cubicBezTo>
                  <a:pt x="0" y="8032"/>
                  <a:pt x="3914" y="10263"/>
                  <a:pt x="9026" y="10671"/>
                </a:cubicBezTo>
                <a:lnTo>
                  <a:pt x="9026" y="12674"/>
                </a:lnTo>
                <a:lnTo>
                  <a:pt x="1734" y="12674"/>
                </a:lnTo>
                <a:lnTo>
                  <a:pt x="5262" y="14447"/>
                </a:lnTo>
                <a:cubicBezTo>
                  <a:pt x="7233" y="15437"/>
                  <a:pt x="7233" y="17050"/>
                  <a:pt x="5262" y="18042"/>
                </a:cubicBezTo>
                <a:lnTo>
                  <a:pt x="1734" y="19815"/>
                </a:lnTo>
                <a:lnTo>
                  <a:pt x="14328" y="19815"/>
                </a:lnTo>
                <a:cubicBezTo>
                  <a:pt x="14773" y="19815"/>
                  <a:pt x="15199" y="19726"/>
                  <a:pt x="15522" y="19567"/>
                </a:cubicBezTo>
                <a:lnTo>
                  <a:pt x="20934" y="16844"/>
                </a:lnTo>
                <a:cubicBezTo>
                  <a:pt x="21600" y="16513"/>
                  <a:pt x="21600" y="15976"/>
                  <a:pt x="20934" y="15645"/>
                </a:cubicBezTo>
                <a:close/>
                <a:moveTo>
                  <a:pt x="9815" y="7105"/>
                </a:moveTo>
                <a:cubicBezTo>
                  <a:pt x="9381" y="7105"/>
                  <a:pt x="8947" y="7022"/>
                  <a:pt x="8616" y="6858"/>
                </a:cubicBezTo>
                <a:lnTo>
                  <a:pt x="6811" y="5951"/>
                </a:lnTo>
                <a:cubicBezTo>
                  <a:pt x="5294" y="5126"/>
                  <a:pt x="7560" y="3987"/>
                  <a:pt x="9196" y="4752"/>
                </a:cubicBezTo>
                <a:lnTo>
                  <a:pt x="9815" y="5059"/>
                </a:lnTo>
                <a:lnTo>
                  <a:pt x="12231" y="3843"/>
                </a:lnTo>
                <a:cubicBezTo>
                  <a:pt x="13867" y="3078"/>
                  <a:pt x="16141" y="4219"/>
                  <a:pt x="14615" y="5041"/>
                </a:cubicBezTo>
                <a:lnTo>
                  <a:pt x="11001" y="6858"/>
                </a:lnTo>
                <a:cubicBezTo>
                  <a:pt x="10674" y="7022"/>
                  <a:pt x="10240" y="7105"/>
                  <a:pt x="9815" y="7105"/>
                </a:cubicBezTo>
                <a:close/>
              </a:path>
            </a:pathLst>
          </a:custGeom>
          <a:solidFill>
            <a:srgbClr val="6A69F6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3" name="Google Shape;3527;p71"/>
          <p:cNvSpPr/>
          <p:nvPr/>
        </p:nvSpPr>
        <p:spPr>
          <a:xfrm flipH="1">
            <a:off x="6828893" y="3892078"/>
            <a:ext cx="240840" cy="44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19815" extrusionOk="0">
                <a:moveTo>
                  <a:pt x="20934" y="15645"/>
                </a:moveTo>
                <a:lnTo>
                  <a:pt x="15522" y="12921"/>
                </a:lnTo>
                <a:cubicBezTo>
                  <a:pt x="15199" y="12763"/>
                  <a:pt x="14773" y="12674"/>
                  <a:pt x="14328" y="12674"/>
                </a:cubicBezTo>
                <a:lnTo>
                  <a:pt x="12400" y="12674"/>
                </a:lnTo>
                <a:lnTo>
                  <a:pt x="12400" y="10671"/>
                </a:lnTo>
                <a:cubicBezTo>
                  <a:pt x="17513" y="10263"/>
                  <a:pt x="21434" y="8032"/>
                  <a:pt x="21434" y="5350"/>
                </a:cubicBezTo>
                <a:cubicBezTo>
                  <a:pt x="20894" y="-1785"/>
                  <a:pt x="532" y="-1783"/>
                  <a:pt x="0" y="5350"/>
                </a:cubicBezTo>
                <a:cubicBezTo>
                  <a:pt x="0" y="8032"/>
                  <a:pt x="3914" y="10263"/>
                  <a:pt x="9026" y="10671"/>
                </a:cubicBezTo>
                <a:lnTo>
                  <a:pt x="9026" y="12674"/>
                </a:lnTo>
                <a:lnTo>
                  <a:pt x="1734" y="12674"/>
                </a:lnTo>
                <a:lnTo>
                  <a:pt x="5262" y="14447"/>
                </a:lnTo>
                <a:cubicBezTo>
                  <a:pt x="7233" y="15437"/>
                  <a:pt x="7233" y="17050"/>
                  <a:pt x="5262" y="18042"/>
                </a:cubicBezTo>
                <a:lnTo>
                  <a:pt x="1734" y="19815"/>
                </a:lnTo>
                <a:lnTo>
                  <a:pt x="14328" y="19815"/>
                </a:lnTo>
                <a:cubicBezTo>
                  <a:pt x="14773" y="19815"/>
                  <a:pt x="15199" y="19726"/>
                  <a:pt x="15522" y="19567"/>
                </a:cubicBezTo>
                <a:lnTo>
                  <a:pt x="20934" y="16844"/>
                </a:lnTo>
                <a:cubicBezTo>
                  <a:pt x="21600" y="16513"/>
                  <a:pt x="21600" y="15976"/>
                  <a:pt x="20934" y="15645"/>
                </a:cubicBezTo>
                <a:close/>
                <a:moveTo>
                  <a:pt x="9815" y="7105"/>
                </a:moveTo>
                <a:cubicBezTo>
                  <a:pt x="9381" y="7105"/>
                  <a:pt x="8947" y="7022"/>
                  <a:pt x="8616" y="6858"/>
                </a:cubicBezTo>
                <a:lnTo>
                  <a:pt x="6811" y="5951"/>
                </a:lnTo>
                <a:cubicBezTo>
                  <a:pt x="5294" y="5126"/>
                  <a:pt x="7560" y="3987"/>
                  <a:pt x="9196" y="4752"/>
                </a:cubicBezTo>
                <a:lnTo>
                  <a:pt x="9815" y="5059"/>
                </a:lnTo>
                <a:lnTo>
                  <a:pt x="12231" y="3843"/>
                </a:lnTo>
                <a:cubicBezTo>
                  <a:pt x="13867" y="3078"/>
                  <a:pt x="16141" y="4219"/>
                  <a:pt x="14615" y="5041"/>
                </a:cubicBezTo>
                <a:lnTo>
                  <a:pt x="11001" y="6858"/>
                </a:lnTo>
                <a:cubicBezTo>
                  <a:pt x="10674" y="7022"/>
                  <a:pt x="10240" y="7105"/>
                  <a:pt x="9815" y="7105"/>
                </a:cubicBezTo>
                <a:close/>
              </a:path>
            </a:pathLst>
          </a:custGeom>
          <a:solidFill>
            <a:srgbClr val="6A69F6"/>
          </a:solidFill>
          <a:ln w="12700">
            <a:miter lim="400000"/>
          </a:ln>
        </p:spPr>
        <p:txBody>
          <a:bodyPr lIns="0" tIns="0" rIns="0" bIns="0"/>
          <a:lstStyle/>
          <a:p>
            <a:pPr defTabSz="914400"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4" name="Google Shape;821;p47"/>
          <p:cNvSpPr/>
          <p:nvPr/>
        </p:nvSpPr>
        <p:spPr>
          <a:xfrm>
            <a:off x="2214411" y="2513568"/>
            <a:ext cx="1888207" cy="530432"/>
          </a:xfrm>
          <a:prstGeom prst="roundRect">
            <a:avLst>
              <a:gd name="adj" fmla="val 14978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95" name="Google Shape;821;p47"/>
          <p:cNvSpPr/>
          <p:nvPr/>
        </p:nvSpPr>
        <p:spPr>
          <a:xfrm>
            <a:off x="4668496" y="2513568"/>
            <a:ext cx="1888207" cy="530432"/>
          </a:xfrm>
          <a:prstGeom prst="roundRect">
            <a:avLst>
              <a:gd name="adj" fmla="val 14978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96" name="Google Shape;821;p47"/>
          <p:cNvSpPr/>
          <p:nvPr/>
        </p:nvSpPr>
        <p:spPr>
          <a:xfrm>
            <a:off x="2214411" y="3848266"/>
            <a:ext cx="1888207" cy="530432"/>
          </a:xfrm>
          <a:prstGeom prst="roundRect">
            <a:avLst>
              <a:gd name="adj" fmla="val 14978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97" name="Google Shape;821;p47"/>
          <p:cNvSpPr/>
          <p:nvPr/>
        </p:nvSpPr>
        <p:spPr>
          <a:xfrm>
            <a:off x="4668496" y="3848266"/>
            <a:ext cx="1888207" cy="530432"/>
          </a:xfrm>
          <a:prstGeom prst="roundRect">
            <a:avLst>
              <a:gd name="adj" fmla="val 14978"/>
            </a:avLst>
          </a:prstGeom>
          <a:solidFill>
            <a:srgbClr val="F6F2E3"/>
          </a:solidFill>
          <a:ln w="28575">
            <a:solidFill>
              <a:srgbClr val="2D2E27"/>
            </a:solidFill>
          </a:ln>
          <a:effectLst>
            <a:outerShdw dist="85725" dir="3960000" rotWithShape="0">
              <a:srgbClr val="2D2E27"/>
            </a:outerShdw>
          </a:effectLst>
        </p:spPr>
        <p:txBody>
          <a:bodyPr lIns="45719" rIns="45719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98" name="Google Shape;1053;p31"/>
          <p:cNvSpPr txBox="1"/>
          <p:nvPr/>
        </p:nvSpPr>
        <p:spPr>
          <a:xfrm>
            <a:off x="2200152" y="3807672"/>
            <a:ext cx="920727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914400">
              <a:defRPr sz="1100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Recall</a:t>
            </a:r>
          </a:p>
        </p:txBody>
      </p:sp>
      <p:sp>
        <p:nvSpPr>
          <p:cNvPr id="799" name="Google Shape;1053;p31"/>
          <p:cNvSpPr txBox="1"/>
          <p:nvPr/>
        </p:nvSpPr>
        <p:spPr>
          <a:xfrm>
            <a:off x="2228496" y="4042181"/>
            <a:ext cx="1888382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lnSpcReduction="10000"/>
          </a:bodyPr>
          <a:lstStyle/>
          <a:p>
            <a:pPr lvl="1" algn="ctr" defTabSz="305774">
              <a:defRPr sz="704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dirty="0"/>
              <a:t>TP / (TP + FN) = 1</a:t>
            </a:r>
            <a:r>
              <a:rPr lang="en-US" dirty="0"/>
              <a:t>85</a:t>
            </a:r>
            <a:r>
              <a:rPr dirty="0"/>
              <a:t>/ (</a:t>
            </a:r>
            <a:r>
              <a:rPr lang="en-US" dirty="0"/>
              <a:t>185</a:t>
            </a:r>
            <a:r>
              <a:rPr dirty="0"/>
              <a:t> +</a:t>
            </a:r>
            <a:r>
              <a:rPr lang="en-US" dirty="0"/>
              <a:t>228</a:t>
            </a:r>
            <a:r>
              <a:rPr dirty="0"/>
              <a:t>) ≈ 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52.90</a:t>
            </a:r>
            <a:r>
              <a:rPr dirty="0">
                <a:solidFill>
                  <a:schemeClr val="accent1"/>
                </a:solidFill>
              </a:rPr>
              <a:t>%</a:t>
            </a:r>
          </a:p>
        </p:txBody>
      </p:sp>
      <p:sp>
        <p:nvSpPr>
          <p:cNvPr id="800" name="Google Shape;1053;p31"/>
          <p:cNvSpPr txBox="1"/>
          <p:nvPr/>
        </p:nvSpPr>
        <p:spPr>
          <a:xfrm>
            <a:off x="4654236" y="2472974"/>
            <a:ext cx="920728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914400">
              <a:defRPr sz="1100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Precision</a:t>
            </a:r>
          </a:p>
        </p:txBody>
      </p:sp>
      <p:sp>
        <p:nvSpPr>
          <p:cNvPr id="801" name="Google Shape;1053;p31"/>
          <p:cNvSpPr txBox="1"/>
          <p:nvPr/>
        </p:nvSpPr>
        <p:spPr>
          <a:xfrm>
            <a:off x="4682580" y="2707483"/>
            <a:ext cx="1888382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fontScale="92500" lnSpcReduction="10000"/>
          </a:bodyPr>
          <a:lstStyle/>
          <a:p>
            <a:pPr lvl="1" algn="ctr" defTabSz="312724">
              <a:defRPr sz="72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dirty="0"/>
              <a:t>TP / (TP + FP) = 1</a:t>
            </a:r>
            <a:r>
              <a:rPr lang="en-US" dirty="0"/>
              <a:t>85</a:t>
            </a:r>
            <a:r>
              <a:rPr dirty="0"/>
              <a:t> / (1</a:t>
            </a:r>
            <a:r>
              <a:rPr lang="en-US" dirty="0"/>
              <a:t>85</a:t>
            </a:r>
            <a:r>
              <a:rPr dirty="0"/>
              <a:t> + </a:t>
            </a:r>
            <a:r>
              <a:rPr lang="en-US" dirty="0"/>
              <a:t>227</a:t>
            </a:r>
            <a:r>
              <a:rPr dirty="0"/>
              <a:t>) ≈ </a:t>
            </a:r>
            <a:r>
              <a:rPr lang="en-US" dirty="0">
                <a:solidFill>
                  <a:schemeClr val="accent1"/>
                </a:solidFill>
              </a:rPr>
              <a:t>52.91</a:t>
            </a:r>
            <a:r>
              <a:rPr dirty="0">
                <a:solidFill>
                  <a:schemeClr val="accent1"/>
                </a:solidFill>
              </a:rPr>
              <a:t>%</a:t>
            </a:r>
          </a:p>
        </p:txBody>
      </p:sp>
      <p:sp>
        <p:nvSpPr>
          <p:cNvPr id="802" name="Google Shape;1053;p31"/>
          <p:cNvSpPr txBox="1"/>
          <p:nvPr/>
        </p:nvSpPr>
        <p:spPr>
          <a:xfrm>
            <a:off x="4654236" y="3807672"/>
            <a:ext cx="920728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914400">
              <a:defRPr sz="1100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F1-Score</a:t>
            </a:r>
          </a:p>
        </p:txBody>
      </p:sp>
      <p:sp>
        <p:nvSpPr>
          <p:cNvPr id="803" name="Google Shape;1053;p31"/>
          <p:cNvSpPr txBox="1"/>
          <p:nvPr/>
        </p:nvSpPr>
        <p:spPr>
          <a:xfrm>
            <a:off x="4682580" y="4042181"/>
            <a:ext cx="1888382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lnSpcReduction="10000"/>
          </a:bodyPr>
          <a:lstStyle/>
          <a:p>
            <a:pPr lvl="1" algn="ctr" defTabSz="277977">
              <a:defRPr sz="64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dirty="0"/>
              <a:t>2 × (Precision × Recall) / (Precision + Recall) = </a:t>
            </a:r>
            <a:r>
              <a:rPr dirty="0">
                <a:solidFill>
                  <a:schemeClr val="accent1"/>
                </a:solidFill>
              </a:rPr>
              <a:t>~</a:t>
            </a:r>
            <a:r>
              <a:rPr lang="en-US" dirty="0">
                <a:solidFill>
                  <a:schemeClr val="accent1"/>
                </a:solidFill>
              </a:rPr>
              <a:t>52.91</a:t>
            </a:r>
            <a:r>
              <a:rPr dirty="0">
                <a:solidFill>
                  <a:schemeClr val="accent1"/>
                </a:solidFill>
              </a:rPr>
              <a:t>%</a:t>
            </a:r>
          </a:p>
        </p:txBody>
      </p:sp>
      <p:sp>
        <p:nvSpPr>
          <p:cNvPr id="804" name="Google Shape;1053;p31"/>
          <p:cNvSpPr txBox="1"/>
          <p:nvPr/>
        </p:nvSpPr>
        <p:spPr>
          <a:xfrm>
            <a:off x="2185980" y="2457631"/>
            <a:ext cx="920727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914400">
              <a:defRPr sz="1100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Accuracy</a:t>
            </a:r>
          </a:p>
        </p:txBody>
      </p:sp>
      <p:sp>
        <p:nvSpPr>
          <p:cNvPr id="805" name="Google Shape;1053;p31"/>
          <p:cNvSpPr txBox="1"/>
          <p:nvPr/>
        </p:nvSpPr>
        <p:spPr>
          <a:xfrm>
            <a:off x="2214324" y="2692141"/>
            <a:ext cx="1888382" cy="377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lnSpcReduction="10000"/>
          </a:bodyPr>
          <a:lstStyle/>
          <a:p>
            <a:pPr lvl="1" algn="ctr" defTabSz="277977">
              <a:defRPr sz="64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dirty="0"/>
              <a:t>(TP + TN) / Total = (1</a:t>
            </a:r>
            <a:r>
              <a:rPr lang="en-US" dirty="0"/>
              <a:t>85</a:t>
            </a:r>
            <a:r>
              <a:rPr dirty="0"/>
              <a:t> + </a:t>
            </a:r>
            <a:r>
              <a:rPr lang="en-US" dirty="0"/>
              <a:t>326</a:t>
            </a:r>
            <a:r>
              <a:rPr dirty="0"/>
              <a:t>) / (1</a:t>
            </a:r>
            <a:r>
              <a:rPr lang="en-US" dirty="0"/>
              <a:t>85</a:t>
            </a:r>
            <a:r>
              <a:rPr dirty="0"/>
              <a:t> + 3</a:t>
            </a:r>
            <a:r>
              <a:rPr lang="en-US" dirty="0"/>
              <a:t>26</a:t>
            </a:r>
            <a:r>
              <a:rPr dirty="0"/>
              <a:t> + 2</a:t>
            </a:r>
            <a:r>
              <a:rPr lang="en-US" dirty="0"/>
              <a:t>27</a:t>
            </a:r>
            <a:r>
              <a:rPr dirty="0"/>
              <a:t> + </a:t>
            </a:r>
            <a:r>
              <a:rPr lang="en-US" dirty="0"/>
              <a:t>228</a:t>
            </a:r>
            <a:r>
              <a:rPr dirty="0"/>
              <a:t>) </a:t>
            </a:r>
            <a:r>
              <a:rPr lang="en-US" dirty="0"/>
              <a:t>≈ </a:t>
            </a:r>
            <a:r>
              <a:rPr lang="en-US" dirty="0">
                <a:solidFill>
                  <a:schemeClr val="accent1"/>
                </a:solidFill>
              </a:rPr>
              <a:t>52.90%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1861;p39"/>
          <p:cNvSpPr/>
          <p:nvPr/>
        </p:nvSpPr>
        <p:spPr>
          <a:xfrm>
            <a:off x="7736976" y="-814436"/>
            <a:ext cx="1" cy="2468080"/>
          </a:xfrm>
          <a:prstGeom prst="line">
            <a:avLst/>
          </a:prstGeom>
          <a:ln>
            <a:solidFill>
              <a:srgbClr val="1E1B1C"/>
            </a:solidFill>
          </a:ln>
        </p:spPr>
        <p:txBody>
          <a:bodyPr lIns="45718" tIns="45718" rIns="45718" bIns="45718"/>
          <a:lstStyle/>
          <a:p>
            <a:pPr defTabSz="914400">
              <a:defRPr sz="1400" b="0">
                <a:solidFill>
                  <a:srgbClr val="1E1B1C"/>
                </a:solidFill>
              </a:defRPr>
            </a:pPr>
            <a:endParaRPr/>
          </a:p>
        </p:txBody>
      </p:sp>
      <p:sp>
        <p:nvSpPr>
          <p:cNvPr id="808" name="Google Shape;1859;p39"/>
          <p:cNvSpPr/>
          <p:nvPr/>
        </p:nvSpPr>
        <p:spPr>
          <a:xfrm>
            <a:off x="7747609" y="1843640"/>
            <a:ext cx="3" cy="951903"/>
          </a:xfrm>
          <a:prstGeom prst="line">
            <a:avLst/>
          </a:prstGeom>
          <a:ln>
            <a:solidFill>
              <a:srgbClr val="1E1B1C"/>
            </a:solidFill>
          </a:ln>
        </p:spPr>
        <p:txBody>
          <a:bodyPr lIns="45718" tIns="45718" rIns="45718" bIns="45718"/>
          <a:lstStyle/>
          <a:p>
            <a:pPr defTabSz="914400">
              <a:defRPr sz="1400" b="0">
                <a:solidFill>
                  <a:srgbClr val="1E1B1C"/>
                </a:solidFill>
              </a:defRPr>
            </a:pPr>
            <a:endParaRPr/>
          </a:p>
        </p:txBody>
      </p:sp>
      <p:sp>
        <p:nvSpPr>
          <p:cNvPr id="809" name="Google Shape;1859;p39"/>
          <p:cNvSpPr/>
          <p:nvPr/>
        </p:nvSpPr>
        <p:spPr>
          <a:xfrm flipH="1">
            <a:off x="1400317" y="2365443"/>
            <a:ext cx="1" cy="723164"/>
          </a:xfrm>
          <a:prstGeom prst="line">
            <a:avLst/>
          </a:prstGeom>
          <a:ln>
            <a:solidFill>
              <a:srgbClr val="1E1B1C"/>
            </a:solidFill>
          </a:ln>
        </p:spPr>
        <p:txBody>
          <a:bodyPr lIns="45718" tIns="45718" rIns="45718" bIns="45718"/>
          <a:lstStyle/>
          <a:p>
            <a:pPr defTabSz="914400">
              <a:defRPr sz="1400" b="0">
                <a:solidFill>
                  <a:srgbClr val="1E1B1C"/>
                </a:solidFill>
              </a:defRPr>
            </a:pPr>
            <a:endParaRPr/>
          </a:p>
        </p:txBody>
      </p:sp>
      <p:sp>
        <p:nvSpPr>
          <p:cNvPr id="810" name="Impact &amp; Limitations"/>
          <p:cNvSpPr txBox="1">
            <a:spLocks noGrp="1"/>
          </p:cNvSpPr>
          <p:nvPr>
            <p:ph type="title"/>
          </p:nvPr>
        </p:nvSpPr>
        <p:spPr>
          <a:xfrm>
            <a:off x="2475879" y="577391"/>
            <a:ext cx="4192242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Impact &amp; Limitations</a:t>
            </a:r>
          </a:p>
        </p:txBody>
      </p:sp>
      <p:sp>
        <p:nvSpPr>
          <p:cNvPr id="811" name="Google Shape;1853;p39"/>
          <p:cNvSpPr txBox="1"/>
          <p:nvPr/>
        </p:nvSpPr>
        <p:spPr>
          <a:xfrm>
            <a:off x="1627864" y="3682008"/>
            <a:ext cx="2601186" cy="73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914400">
              <a:defRPr sz="18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Expands access to skin care tools.</a:t>
            </a:r>
          </a:p>
        </p:txBody>
      </p:sp>
      <p:sp>
        <p:nvSpPr>
          <p:cNvPr id="812" name="Google Shape;1855;p39"/>
          <p:cNvSpPr txBox="1"/>
          <p:nvPr/>
        </p:nvSpPr>
        <p:spPr>
          <a:xfrm>
            <a:off x="1680786" y="2843888"/>
            <a:ext cx="3073526" cy="66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914400">
              <a:defRPr sz="17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Potential integration with telemedicine.</a:t>
            </a:r>
          </a:p>
        </p:txBody>
      </p:sp>
      <p:sp>
        <p:nvSpPr>
          <p:cNvPr id="813" name="Google Shape;1856;p39"/>
          <p:cNvSpPr/>
          <p:nvPr/>
        </p:nvSpPr>
        <p:spPr>
          <a:xfrm>
            <a:off x="1291416" y="2188824"/>
            <a:ext cx="217800" cy="217802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cxnSp>
        <p:nvCxnSpPr>
          <p:cNvPr id="814" name="Google Shape;1860;p39"/>
          <p:cNvCxnSpPr>
            <a:stCxn id="817" idx="0"/>
            <a:endCxn id="818" idx="0"/>
          </p:cNvCxnSpPr>
          <p:nvPr/>
        </p:nvCxnSpPr>
        <p:spPr>
          <a:xfrm flipH="1">
            <a:off x="1400317" y="3174336"/>
            <a:ext cx="1" cy="876614"/>
          </a:xfrm>
          <a:prstGeom prst="straightConnector1">
            <a:avLst/>
          </a:prstGeom>
          <a:ln>
            <a:solidFill>
              <a:srgbClr val="1E1B1C"/>
            </a:solidFill>
          </a:ln>
        </p:spPr>
      </p:cxnSp>
      <p:sp>
        <p:nvSpPr>
          <p:cNvPr id="815" name="Google Shape;1861;p39"/>
          <p:cNvSpPr/>
          <p:nvPr/>
        </p:nvSpPr>
        <p:spPr>
          <a:xfrm flipH="1">
            <a:off x="1400316" y="3901790"/>
            <a:ext cx="1" cy="1553307"/>
          </a:xfrm>
          <a:prstGeom prst="line">
            <a:avLst/>
          </a:prstGeom>
          <a:ln>
            <a:solidFill>
              <a:srgbClr val="1E1B1C"/>
            </a:solidFill>
          </a:ln>
        </p:spPr>
        <p:txBody>
          <a:bodyPr lIns="45718" tIns="45718" rIns="45718" bIns="45718"/>
          <a:lstStyle/>
          <a:p>
            <a:pPr defTabSz="914400">
              <a:defRPr sz="1400" b="0">
                <a:solidFill>
                  <a:srgbClr val="1E1B1C"/>
                </a:solidFill>
              </a:defRPr>
            </a:pPr>
            <a:endParaRPr/>
          </a:p>
        </p:txBody>
      </p:sp>
      <p:sp>
        <p:nvSpPr>
          <p:cNvPr id="816" name="Google Shape;1855;p39"/>
          <p:cNvSpPr txBox="1"/>
          <p:nvPr/>
        </p:nvSpPr>
        <p:spPr>
          <a:xfrm>
            <a:off x="1645118" y="2102872"/>
            <a:ext cx="2903323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914400">
              <a:defRPr sz="17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Useful in Rural areas.</a:t>
            </a:r>
          </a:p>
        </p:txBody>
      </p:sp>
      <p:sp>
        <p:nvSpPr>
          <p:cNvPr id="817" name="Google Shape;1857;p39"/>
          <p:cNvSpPr/>
          <p:nvPr/>
        </p:nvSpPr>
        <p:spPr>
          <a:xfrm>
            <a:off x="1291416" y="3065434"/>
            <a:ext cx="217803" cy="217805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18" name="Google Shape;1858;p39"/>
          <p:cNvSpPr/>
          <p:nvPr/>
        </p:nvSpPr>
        <p:spPr>
          <a:xfrm>
            <a:off x="1291416" y="3942047"/>
            <a:ext cx="217803" cy="217805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19" name="Google Shape;1853;p39"/>
          <p:cNvSpPr txBox="1"/>
          <p:nvPr/>
        </p:nvSpPr>
        <p:spPr>
          <a:xfrm>
            <a:off x="4921116" y="3703877"/>
            <a:ext cx="2601186" cy="73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r" defTabSz="914400">
              <a:defRPr sz="17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Needs expert-labeled, larger dataset.</a:t>
            </a:r>
          </a:p>
        </p:txBody>
      </p:sp>
      <p:sp>
        <p:nvSpPr>
          <p:cNvPr id="820" name="Google Shape;1855;p39"/>
          <p:cNvSpPr txBox="1"/>
          <p:nvPr/>
        </p:nvSpPr>
        <p:spPr>
          <a:xfrm>
            <a:off x="4921116" y="2535501"/>
            <a:ext cx="2601186" cy="73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r" defTabSz="914400">
              <a:defRPr sz="17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Accuracy may vary by image quality.</a:t>
            </a:r>
          </a:p>
        </p:txBody>
      </p:sp>
      <p:cxnSp>
        <p:nvCxnSpPr>
          <p:cNvPr id="821" name="Google Shape;1860;p39"/>
          <p:cNvCxnSpPr>
            <a:stCxn id="822" idx="0"/>
            <a:endCxn id="824" idx="0"/>
          </p:cNvCxnSpPr>
          <p:nvPr/>
        </p:nvCxnSpPr>
        <p:spPr>
          <a:xfrm>
            <a:off x="7747611" y="2904441"/>
            <a:ext cx="1" cy="1168378"/>
          </a:xfrm>
          <a:prstGeom prst="straightConnector1">
            <a:avLst/>
          </a:prstGeom>
          <a:ln>
            <a:solidFill>
              <a:srgbClr val="1E1B1C"/>
            </a:solidFill>
          </a:ln>
        </p:spPr>
      </p:cxnSp>
      <p:sp>
        <p:nvSpPr>
          <p:cNvPr id="822" name="Google Shape;1857;p39"/>
          <p:cNvSpPr/>
          <p:nvPr/>
        </p:nvSpPr>
        <p:spPr>
          <a:xfrm>
            <a:off x="7638709" y="2795539"/>
            <a:ext cx="217805" cy="217805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23" name="Google Shape;1856;p39"/>
          <p:cNvSpPr/>
          <p:nvPr/>
        </p:nvSpPr>
        <p:spPr>
          <a:xfrm>
            <a:off x="7638709" y="1627239"/>
            <a:ext cx="217805" cy="217805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24" name="Google Shape;1858;p39"/>
          <p:cNvSpPr/>
          <p:nvPr/>
        </p:nvSpPr>
        <p:spPr>
          <a:xfrm>
            <a:off x="7638709" y="3963916"/>
            <a:ext cx="217805" cy="217805"/>
          </a:xfrm>
          <a:prstGeom prst="ellipse">
            <a:avLst/>
          </a:prstGeom>
          <a:solidFill>
            <a:srgbClr val="C92727"/>
          </a:solidFill>
          <a:ln>
            <a:solidFill>
              <a:srgbClr val="1E1B1C"/>
            </a:solidFill>
          </a:ln>
        </p:spPr>
        <p:txBody>
          <a:bodyPr lIns="0" tIns="0" rIns="0" bIns="0" anchor="ctr"/>
          <a:lstStyle/>
          <a:p>
            <a:pPr defTabSz="914400">
              <a:defRPr sz="14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25" name="Google Shape;1855;p39"/>
          <p:cNvSpPr txBox="1"/>
          <p:nvPr/>
        </p:nvSpPr>
        <p:spPr>
          <a:xfrm>
            <a:off x="4921116" y="1393969"/>
            <a:ext cx="2601186" cy="66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r" defTabSz="914400">
              <a:defRPr sz="17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Focus only on acne initially.</a:t>
            </a:r>
          </a:p>
        </p:txBody>
      </p:sp>
      <p:pic>
        <p:nvPicPr>
          <p:cNvPr id="826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0" y="2040088"/>
            <a:ext cx="559007" cy="559007"/>
          </a:xfrm>
          <a:prstGeom prst="rect">
            <a:avLst/>
          </a:prstGeom>
          <a:ln w="12700">
            <a:miter lim="400000"/>
          </a:ln>
        </p:spPr>
      </p:pic>
      <p:pic>
        <p:nvPicPr>
          <p:cNvPr id="827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42" y="2913280"/>
            <a:ext cx="559007" cy="559007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920" y="1444914"/>
            <a:ext cx="559007" cy="559007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920" y="2624938"/>
            <a:ext cx="559007" cy="5590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4136;p78"/>
          <p:cNvGrpSpPr/>
          <p:nvPr/>
        </p:nvGrpSpPr>
        <p:grpSpPr>
          <a:xfrm>
            <a:off x="1988755" y="1700901"/>
            <a:ext cx="2285113" cy="688099"/>
            <a:chOff x="160" y="0"/>
            <a:chExt cx="2285111" cy="688097"/>
          </a:xfrm>
        </p:grpSpPr>
        <p:sp>
          <p:nvSpPr>
            <p:cNvPr id="831" name="Google Shape;4137;p78"/>
            <p:cNvSpPr/>
            <p:nvPr/>
          </p:nvSpPr>
          <p:spPr>
            <a:xfrm>
              <a:off x="160" y="0"/>
              <a:ext cx="416124" cy="688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8" h="21600" extrusionOk="0">
                  <a:moveTo>
                    <a:pt x="3689" y="0"/>
                  </a:moveTo>
                  <a:cubicBezTo>
                    <a:pt x="2925" y="0"/>
                    <a:pt x="2161" y="176"/>
                    <a:pt x="1577" y="534"/>
                  </a:cubicBezTo>
                  <a:lnTo>
                    <a:pt x="0" y="1501"/>
                  </a:lnTo>
                  <a:lnTo>
                    <a:pt x="13064" y="9500"/>
                  </a:lnTo>
                  <a:cubicBezTo>
                    <a:pt x="14222" y="10221"/>
                    <a:pt x="14222" y="11374"/>
                    <a:pt x="13064" y="12095"/>
                  </a:cubicBezTo>
                  <a:lnTo>
                    <a:pt x="0" y="20104"/>
                  </a:lnTo>
                  <a:lnTo>
                    <a:pt x="1577" y="21071"/>
                  </a:lnTo>
                  <a:cubicBezTo>
                    <a:pt x="2161" y="21424"/>
                    <a:pt x="2925" y="21600"/>
                    <a:pt x="3689" y="21600"/>
                  </a:cubicBezTo>
                  <a:cubicBezTo>
                    <a:pt x="4453" y="21600"/>
                    <a:pt x="5217" y="21424"/>
                    <a:pt x="5801" y="21071"/>
                  </a:cubicBezTo>
                  <a:lnTo>
                    <a:pt x="20433" y="12095"/>
                  </a:lnTo>
                  <a:cubicBezTo>
                    <a:pt x="21600" y="11384"/>
                    <a:pt x="21600" y="10221"/>
                    <a:pt x="20433" y="9510"/>
                  </a:cubicBezTo>
                  <a:lnTo>
                    <a:pt x="5801" y="534"/>
                  </a:lnTo>
                  <a:cubicBezTo>
                    <a:pt x="5217" y="176"/>
                    <a:pt x="4453" y="0"/>
                    <a:pt x="3689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32" name="Google Shape;4138;p78"/>
            <p:cNvSpPr/>
            <p:nvPr/>
          </p:nvSpPr>
          <p:spPr>
            <a:xfrm>
              <a:off x="50221" y="232841"/>
              <a:ext cx="121260" cy="222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1" h="21600" extrusionOk="0">
                  <a:moveTo>
                    <a:pt x="4731" y="0"/>
                  </a:moveTo>
                  <a:cubicBezTo>
                    <a:pt x="2325" y="0"/>
                    <a:pt x="0" y="1075"/>
                    <a:pt x="0" y="2696"/>
                  </a:cubicBezTo>
                  <a:lnTo>
                    <a:pt x="0" y="18919"/>
                  </a:lnTo>
                  <a:cubicBezTo>
                    <a:pt x="0" y="20540"/>
                    <a:pt x="2325" y="21600"/>
                    <a:pt x="4731" y="21600"/>
                  </a:cubicBezTo>
                  <a:cubicBezTo>
                    <a:pt x="5866" y="21600"/>
                    <a:pt x="7056" y="21366"/>
                    <a:pt x="8002" y="20805"/>
                  </a:cubicBezTo>
                  <a:lnTo>
                    <a:pt x="16923" y="15678"/>
                  </a:lnTo>
                  <a:cubicBezTo>
                    <a:pt x="21600" y="12997"/>
                    <a:pt x="21600" y="8634"/>
                    <a:pt x="16923" y="5938"/>
                  </a:cubicBezTo>
                  <a:lnTo>
                    <a:pt x="8002" y="795"/>
                  </a:lnTo>
                  <a:cubicBezTo>
                    <a:pt x="7056" y="249"/>
                    <a:pt x="5866" y="0"/>
                    <a:pt x="4731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33" name="Google Shape;4139;p78"/>
            <p:cNvSpPr/>
            <p:nvPr/>
          </p:nvSpPr>
          <p:spPr>
            <a:xfrm>
              <a:off x="159484" y="63225"/>
              <a:ext cx="2125788" cy="561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436" y="9223"/>
                  </a:lnTo>
                  <a:cubicBezTo>
                    <a:pt x="2664" y="10093"/>
                    <a:pt x="2664" y="11519"/>
                    <a:pt x="2436" y="12390"/>
                  </a:cubicBezTo>
                  <a:lnTo>
                    <a:pt x="2" y="21600"/>
                  </a:lnTo>
                  <a:lnTo>
                    <a:pt x="18791" y="21600"/>
                  </a:lnTo>
                  <a:lnTo>
                    <a:pt x="21600" y="10803"/>
                  </a:lnTo>
                  <a:lnTo>
                    <a:pt x="18791" y="0"/>
                  </a:ln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835" name="Future Works"/>
          <p:cNvSpPr txBox="1">
            <a:spLocks noGrp="1"/>
          </p:cNvSpPr>
          <p:nvPr>
            <p:ph type="title"/>
          </p:nvPr>
        </p:nvSpPr>
        <p:spPr>
          <a:xfrm>
            <a:off x="2475879" y="558461"/>
            <a:ext cx="4192242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Future Works</a:t>
            </a:r>
          </a:p>
        </p:txBody>
      </p:sp>
      <p:grpSp>
        <p:nvGrpSpPr>
          <p:cNvPr id="839" name="Google Shape;4136;p78"/>
          <p:cNvGrpSpPr/>
          <p:nvPr/>
        </p:nvGrpSpPr>
        <p:grpSpPr>
          <a:xfrm>
            <a:off x="1988755" y="2972435"/>
            <a:ext cx="2285113" cy="688098"/>
            <a:chOff x="160" y="0"/>
            <a:chExt cx="2285111" cy="688097"/>
          </a:xfrm>
        </p:grpSpPr>
        <p:sp>
          <p:nvSpPr>
            <p:cNvPr id="836" name="Google Shape;4137;p78"/>
            <p:cNvSpPr/>
            <p:nvPr/>
          </p:nvSpPr>
          <p:spPr>
            <a:xfrm>
              <a:off x="160" y="0"/>
              <a:ext cx="416124" cy="688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8" h="21600" extrusionOk="0">
                  <a:moveTo>
                    <a:pt x="3689" y="0"/>
                  </a:moveTo>
                  <a:cubicBezTo>
                    <a:pt x="2925" y="0"/>
                    <a:pt x="2161" y="176"/>
                    <a:pt x="1577" y="534"/>
                  </a:cubicBezTo>
                  <a:lnTo>
                    <a:pt x="0" y="1501"/>
                  </a:lnTo>
                  <a:lnTo>
                    <a:pt x="13064" y="9500"/>
                  </a:lnTo>
                  <a:cubicBezTo>
                    <a:pt x="14222" y="10221"/>
                    <a:pt x="14222" y="11374"/>
                    <a:pt x="13064" y="12095"/>
                  </a:cubicBezTo>
                  <a:lnTo>
                    <a:pt x="0" y="20104"/>
                  </a:lnTo>
                  <a:lnTo>
                    <a:pt x="1577" y="21071"/>
                  </a:lnTo>
                  <a:cubicBezTo>
                    <a:pt x="2161" y="21424"/>
                    <a:pt x="2925" y="21600"/>
                    <a:pt x="3689" y="21600"/>
                  </a:cubicBezTo>
                  <a:cubicBezTo>
                    <a:pt x="4453" y="21600"/>
                    <a:pt x="5217" y="21424"/>
                    <a:pt x="5801" y="21071"/>
                  </a:cubicBezTo>
                  <a:lnTo>
                    <a:pt x="20433" y="12095"/>
                  </a:lnTo>
                  <a:cubicBezTo>
                    <a:pt x="21600" y="11384"/>
                    <a:pt x="21600" y="10221"/>
                    <a:pt x="20433" y="9510"/>
                  </a:cubicBezTo>
                  <a:lnTo>
                    <a:pt x="5801" y="534"/>
                  </a:lnTo>
                  <a:cubicBezTo>
                    <a:pt x="5217" y="176"/>
                    <a:pt x="4453" y="0"/>
                    <a:pt x="3689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37" name="Google Shape;4138;p78"/>
            <p:cNvSpPr/>
            <p:nvPr/>
          </p:nvSpPr>
          <p:spPr>
            <a:xfrm>
              <a:off x="50221" y="232841"/>
              <a:ext cx="121260" cy="222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1" h="21600" extrusionOk="0">
                  <a:moveTo>
                    <a:pt x="4731" y="0"/>
                  </a:moveTo>
                  <a:cubicBezTo>
                    <a:pt x="2325" y="0"/>
                    <a:pt x="0" y="1075"/>
                    <a:pt x="0" y="2696"/>
                  </a:cubicBezTo>
                  <a:lnTo>
                    <a:pt x="0" y="18919"/>
                  </a:lnTo>
                  <a:cubicBezTo>
                    <a:pt x="0" y="20540"/>
                    <a:pt x="2325" y="21600"/>
                    <a:pt x="4731" y="21600"/>
                  </a:cubicBezTo>
                  <a:cubicBezTo>
                    <a:pt x="5866" y="21600"/>
                    <a:pt x="7056" y="21366"/>
                    <a:pt x="8002" y="20805"/>
                  </a:cubicBezTo>
                  <a:lnTo>
                    <a:pt x="16923" y="15678"/>
                  </a:lnTo>
                  <a:cubicBezTo>
                    <a:pt x="21600" y="12997"/>
                    <a:pt x="21600" y="8634"/>
                    <a:pt x="16923" y="5938"/>
                  </a:cubicBezTo>
                  <a:lnTo>
                    <a:pt x="8002" y="795"/>
                  </a:lnTo>
                  <a:cubicBezTo>
                    <a:pt x="7056" y="249"/>
                    <a:pt x="5866" y="0"/>
                    <a:pt x="4731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38" name="Google Shape;4139;p78"/>
            <p:cNvSpPr/>
            <p:nvPr/>
          </p:nvSpPr>
          <p:spPr>
            <a:xfrm>
              <a:off x="159484" y="63225"/>
              <a:ext cx="2125788" cy="561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436" y="9223"/>
                  </a:lnTo>
                  <a:cubicBezTo>
                    <a:pt x="2664" y="10093"/>
                    <a:pt x="2664" y="11519"/>
                    <a:pt x="2436" y="12390"/>
                  </a:cubicBezTo>
                  <a:lnTo>
                    <a:pt x="2" y="21600"/>
                  </a:lnTo>
                  <a:lnTo>
                    <a:pt x="18791" y="21600"/>
                  </a:lnTo>
                  <a:lnTo>
                    <a:pt x="21600" y="10803"/>
                  </a:lnTo>
                  <a:lnTo>
                    <a:pt x="18791" y="0"/>
                  </a:ln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843" name="Google Shape;4136;p78"/>
          <p:cNvGrpSpPr/>
          <p:nvPr/>
        </p:nvGrpSpPr>
        <p:grpSpPr>
          <a:xfrm>
            <a:off x="1988755" y="4243968"/>
            <a:ext cx="2285113" cy="688099"/>
            <a:chOff x="160" y="0"/>
            <a:chExt cx="2285111" cy="688097"/>
          </a:xfrm>
        </p:grpSpPr>
        <p:sp>
          <p:nvSpPr>
            <p:cNvPr id="840" name="Google Shape;4137;p78"/>
            <p:cNvSpPr/>
            <p:nvPr/>
          </p:nvSpPr>
          <p:spPr>
            <a:xfrm>
              <a:off x="160" y="0"/>
              <a:ext cx="416124" cy="688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8" h="21600" extrusionOk="0">
                  <a:moveTo>
                    <a:pt x="3689" y="0"/>
                  </a:moveTo>
                  <a:cubicBezTo>
                    <a:pt x="2925" y="0"/>
                    <a:pt x="2161" y="176"/>
                    <a:pt x="1577" y="534"/>
                  </a:cubicBezTo>
                  <a:lnTo>
                    <a:pt x="0" y="1501"/>
                  </a:lnTo>
                  <a:lnTo>
                    <a:pt x="13064" y="9500"/>
                  </a:lnTo>
                  <a:cubicBezTo>
                    <a:pt x="14222" y="10221"/>
                    <a:pt x="14222" y="11374"/>
                    <a:pt x="13064" y="12095"/>
                  </a:cubicBezTo>
                  <a:lnTo>
                    <a:pt x="0" y="20104"/>
                  </a:lnTo>
                  <a:lnTo>
                    <a:pt x="1577" y="21071"/>
                  </a:lnTo>
                  <a:cubicBezTo>
                    <a:pt x="2161" y="21424"/>
                    <a:pt x="2925" y="21600"/>
                    <a:pt x="3689" y="21600"/>
                  </a:cubicBezTo>
                  <a:cubicBezTo>
                    <a:pt x="4453" y="21600"/>
                    <a:pt x="5217" y="21424"/>
                    <a:pt x="5801" y="21071"/>
                  </a:cubicBezTo>
                  <a:lnTo>
                    <a:pt x="20433" y="12095"/>
                  </a:lnTo>
                  <a:cubicBezTo>
                    <a:pt x="21600" y="11384"/>
                    <a:pt x="21600" y="10221"/>
                    <a:pt x="20433" y="9510"/>
                  </a:cubicBezTo>
                  <a:lnTo>
                    <a:pt x="5801" y="534"/>
                  </a:lnTo>
                  <a:cubicBezTo>
                    <a:pt x="5217" y="176"/>
                    <a:pt x="4453" y="0"/>
                    <a:pt x="3689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41" name="Google Shape;4138;p78"/>
            <p:cNvSpPr/>
            <p:nvPr/>
          </p:nvSpPr>
          <p:spPr>
            <a:xfrm>
              <a:off x="50221" y="232841"/>
              <a:ext cx="121260" cy="222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1" h="21600" extrusionOk="0">
                  <a:moveTo>
                    <a:pt x="4731" y="0"/>
                  </a:moveTo>
                  <a:cubicBezTo>
                    <a:pt x="2325" y="0"/>
                    <a:pt x="0" y="1075"/>
                    <a:pt x="0" y="2696"/>
                  </a:cubicBezTo>
                  <a:lnTo>
                    <a:pt x="0" y="18919"/>
                  </a:lnTo>
                  <a:cubicBezTo>
                    <a:pt x="0" y="20540"/>
                    <a:pt x="2325" y="21600"/>
                    <a:pt x="4731" y="21600"/>
                  </a:cubicBezTo>
                  <a:cubicBezTo>
                    <a:pt x="5866" y="21600"/>
                    <a:pt x="7056" y="21366"/>
                    <a:pt x="8002" y="20805"/>
                  </a:cubicBezTo>
                  <a:lnTo>
                    <a:pt x="16923" y="15678"/>
                  </a:lnTo>
                  <a:cubicBezTo>
                    <a:pt x="21600" y="12997"/>
                    <a:pt x="21600" y="8634"/>
                    <a:pt x="16923" y="5938"/>
                  </a:cubicBezTo>
                  <a:lnTo>
                    <a:pt x="8002" y="795"/>
                  </a:lnTo>
                  <a:cubicBezTo>
                    <a:pt x="7056" y="249"/>
                    <a:pt x="5866" y="0"/>
                    <a:pt x="4731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42" name="Google Shape;4139;p78"/>
            <p:cNvSpPr/>
            <p:nvPr/>
          </p:nvSpPr>
          <p:spPr>
            <a:xfrm>
              <a:off x="159484" y="63225"/>
              <a:ext cx="2125788" cy="561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436" y="9223"/>
                  </a:lnTo>
                  <a:cubicBezTo>
                    <a:pt x="2664" y="10093"/>
                    <a:pt x="2664" y="11519"/>
                    <a:pt x="2436" y="12390"/>
                  </a:cubicBezTo>
                  <a:lnTo>
                    <a:pt x="2" y="21600"/>
                  </a:lnTo>
                  <a:lnTo>
                    <a:pt x="18791" y="21600"/>
                  </a:lnTo>
                  <a:lnTo>
                    <a:pt x="21600" y="10803"/>
                  </a:lnTo>
                  <a:lnTo>
                    <a:pt x="18791" y="0"/>
                  </a:ln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defRPr sz="1400"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844" name="Google Shape;1053;p31"/>
          <p:cNvSpPr txBox="1"/>
          <p:nvPr/>
        </p:nvSpPr>
        <p:spPr>
          <a:xfrm>
            <a:off x="2403318" y="1790698"/>
            <a:ext cx="1657747" cy="50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/>
          </a:bodyPr>
          <a:lstStyle>
            <a:lvl1pPr defTabSz="731520">
              <a:defRPr sz="880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Add more skin disease datasets enhancing quality.</a:t>
            </a:r>
          </a:p>
        </p:txBody>
      </p:sp>
      <p:sp>
        <p:nvSpPr>
          <p:cNvPr id="845" name="Google Shape;1053;p31"/>
          <p:cNvSpPr txBox="1"/>
          <p:nvPr/>
        </p:nvSpPr>
        <p:spPr>
          <a:xfrm>
            <a:off x="2403318" y="3062231"/>
            <a:ext cx="1657747" cy="50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lnSpcReduction="10000"/>
          </a:bodyPr>
          <a:lstStyle>
            <a:lvl1pPr defTabSz="896111">
              <a:defRPr sz="1078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Collaboration with Dermatologists.</a:t>
            </a:r>
          </a:p>
        </p:txBody>
      </p:sp>
      <p:sp>
        <p:nvSpPr>
          <p:cNvPr id="846" name="Google Shape;1053;p31"/>
          <p:cNvSpPr txBox="1"/>
          <p:nvPr/>
        </p:nvSpPr>
        <p:spPr>
          <a:xfrm>
            <a:off x="2403318" y="4333765"/>
            <a:ext cx="1657747" cy="50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ctr">
            <a:normAutofit lnSpcReduction="10000"/>
          </a:bodyPr>
          <a:lstStyle>
            <a:lvl1pPr defTabSz="896111">
              <a:defRPr sz="1078">
                <a:solidFill>
                  <a:srgbClr val="2D2E27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r>
              <a:t>Implement xAI on the model.</a:t>
            </a:r>
          </a:p>
        </p:txBody>
      </p:sp>
      <p:pic>
        <p:nvPicPr>
          <p:cNvPr id="847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883" y="1620712"/>
            <a:ext cx="848477" cy="848477"/>
          </a:xfrm>
          <a:prstGeom prst="rect">
            <a:avLst/>
          </a:prstGeom>
          <a:ln w="12700">
            <a:miter lim="400000"/>
          </a:ln>
        </p:spPr>
      </p:pic>
      <p:pic>
        <p:nvPicPr>
          <p:cNvPr id="848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339" y="2892246"/>
            <a:ext cx="848477" cy="848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49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39" y="4133435"/>
            <a:ext cx="848477" cy="9091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2661;p62"/>
          <p:cNvSpPr/>
          <p:nvPr/>
        </p:nvSpPr>
        <p:spPr>
          <a:xfrm>
            <a:off x="901700" y="3923029"/>
            <a:ext cx="3257550" cy="3581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460"/>
                </a:lnTo>
                <a:lnTo>
                  <a:pt x="1684" y="460"/>
                </a:lnTo>
              </a:path>
            </a:pathLst>
          </a:custGeom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62" name="Google Shape;2658;p62"/>
          <p:cNvSpPr/>
          <p:nvPr/>
        </p:nvSpPr>
        <p:spPr>
          <a:xfrm>
            <a:off x="5019040" y="4014470"/>
            <a:ext cx="3712210" cy="44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222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8733" y="0"/>
                </a:lnTo>
              </a:path>
            </a:pathLst>
          </a:custGeom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53" name="Conclusion"/>
          <p:cNvSpPr txBox="1">
            <a:spLocks noGrp="1"/>
          </p:cNvSpPr>
          <p:nvPr>
            <p:ph type="title"/>
          </p:nvPr>
        </p:nvSpPr>
        <p:spPr>
          <a:xfrm>
            <a:off x="2475879" y="558461"/>
            <a:ext cx="4192242" cy="559005"/>
          </a:xfrm>
          <a:prstGeom prst="rect">
            <a:avLst/>
          </a:prstGeom>
        </p:spPr>
        <p:txBody>
          <a:bodyPr anchor="b"/>
          <a:lstStyle>
            <a:lvl1pPr algn="ctr" defTabSz="722376">
              <a:defRPr sz="2400">
                <a:solidFill>
                  <a:schemeClr val="accent2">
                    <a:lumOff val="-8196"/>
                  </a:schemeClr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854" name="Google Shape;1855;p39"/>
          <p:cNvSpPr txBox="1"/>
          <p:nvPr/>
        </p:nvSpPr>
        <p:spPr>
          <a:xfrm>
            <a:off x="1078650" y="2503582"/>
            <a:ext cx="2903323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58368">
              <a:defRPr sz="1224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Successfully detects Acne and Healthy skin types.</a:t>
            </a:r>
          </a:p>
        </p:txBody>
      </p:sp>
      <p:sp>
        <p:nvSpPr>
          <p:cNvPr id="855" name="Google Shape;1855;p39"/>
          <p:cNvSpPr txBox="1"/>
          <p:nvPr/>
        </p:nvSpPr>
        <p:spPr>
          <a:xfrm>
            <a:off x="5562547" y="2325190"/>
            <a:ext cx="2903323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58368">
              <a:defRPr sz="1224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rPr lang="en-US" dirty="0"/>
              <a:t>ResNet50</a:t>
            </a:r>
            <a:r>
              <a:rPr dirty="0"/>
              <a:t> delivered the best performance.</a:t>
            </a:r>
          </a:p>
        </p:txBody>
      </p:sp>
      <p:sp>
        <p:nvSpPr>
          <p:cNvPr id="856" name="Google Shape;1855;p39"/>
          <p:cNvSpPr txBox="1"/>
          <p:nvPr/>
        </p:nvSpPr>
        <p:spPr>
          <a:xfrm>
            <a:off x="1156004" y="3736242"/>
            <a:ext cx="2903323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58368">
              <a:defRPr sz="1224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Ensures minimal cost and easy web deployment via Streamlit.</a:t>
            </a:r>
          </a:p>
        </p:txBody>
      </p:sp>
      <p:sp>
        <p:nvSpPr>
          <p:cNvPr id="857" name="Google Shape;1855;p39"/>
          <p:cNvSpPr txBox="1"/>
          <p:nvPr/>
        </p:nvSpPr>
        <p:spPr>
          <a:xfrm>
            <a:off x="5336098" y="3820020"/>
            <a:ext cx="2903323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76655">
              <a:defRPr sz="1258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rPr dirty="0"/>
              <a:t>Can be effectively used in rural areas.</a:t>
            </a:r>
          </a:p>
        </p:txBody>
      </p:sp>
      <p:sp>
        <p:nvSpPr>
          <p:cNvPr id="858" name="Google Shape;1855;p39"/>
          <p:cNvSpPr txBox="1"/>
          <p:nvPr/>
        </p:nvSpPr>
        <p:spPr>
          <a:xfrm>
            <a:off x="3120338" y="1415317"/>
            <a:ext cx="2903324" cy="38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448055">
              <a:defRPr sz="833">
                <a:solidFill>
                  <a:schemeClr val="accent1">
                    <a:satOff val="-39551"/>
                    <a:lumOff val="-13411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r>
              <a:t>The project addresses the increasing  demand for efficient and privacy-focused skin disease detection system</a:t>
            </a:r>
          </a:p>
        </p:txBody>
      </p:sp>
      <p:sp>
        <p:nvSpPr>
          <p:cNvPr id="863" name="Google Shape;2658;p62"/>
          <p:cNvSpPr/>
          <p:nvPr/>
        </p:nvSpPr>
        <p:spPr>
          <a:xfrm>
            <a:off x="824230" y="2348230"/>
            <a:ext cx="3336291" cy="474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" y="15882"/>
                </a:moveTo>
                <a:lnTo>
                  <a:pt x="0" y="15882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64" name="Google Shape;2658;p62"/>
          <p:cNvSpPr/>
          <p:nvPr/>
        </p:nvSpPr>
        <p:spPr>
          <a:xfrm>
            <a:off x="5346699" y="2109470"/>
            <a:ext cx="3335021" cy="45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55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8025"/>
                </a:lnTo>
              </a:path>
            </a:pathLst>
          </a:custGeom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1851;p47"/>
          <p:cNvSpPr txBox="1"/>
          <p:nvPr/>
        </p:nvSpPr>
        <p:spPr>
          <a:xfrm>
            <a:off x="1488987" y="1224280"/>
            <a:ext cx="6166026" cy="95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>
            <a:lvl1pPr algn="ctr">
              <a:defRPr sz="5000">
                <a:solidFill>
                  <a:schemeClr val="accent4"/>
                </a:solidFill>
                <a:latin typeface="Epilogue"/>
                <a:ea typeface="Epilogue"/>
                <a:cs typeface="Epilogue"/>
                <a:sym typeface="Epilogue"/>
              </a:defRPr>
            </a:lvl1pPr>
          </a:lstStyle>
          <a:p>
            <a:r>
              <a:t>Thanks!</a:t>
            </a:r>
          </a:p>
        </p:txBody>
      </p:sp>
      <p:pic>
        <p:nvPicPr>
          <p:cNvPr id="867" name="pasted-movie.png" descr="pasted-movie.png"/>
          <p:cNvPicPr>
            <a:picLocks noChangeAspect="1"/>
          </p:cNvPicPr>
          <p:nvPr/>
        </p:nvPicPr>
        <p:blipFill>
          <a:blip r:embed="rId3">
            <a:alphaModFix amt="50896"/>
          </a:blip>
          <a:srcRect l="6237" t="18833" r="3377" b="19235"/>
          <a:stretch>
            <a:fillRect/>
          </a:stretch>
        </p:blipFill>
        <p:spPr>
          <a:xfrm>
            <a:off x="3693932" y="2552760"/>
            <a:ext cx="1756136" cy="1203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572" extrusionOk="0">
                <a:moveTo>
                  <a:pt x="16021" y="0"/>
                </a:moveTo>
                <a:cubicBezTo>
                  <a:pt x="16007" y="-3"/>
                  <a:pt x="15979" y="22"/>
                  <a:pt x="15924" y="78"/>
                </a:cubicBezTo>
                <a:cubicBezTo>
                  <a:pt x="15822" y="183"/>
                  <a:pt x="15536" y="199"/>
                  <a:pt x="13413" y="199"/>
                </a:cubicBezTo>
                <a:cubicBezTo>
                  <a:pt x="11724" y="199"/>
                  <a:pt x="11002" y="178"/>
                  <a:pt x="10962" y="121"/>
                </a:cubicBezTo>
                <a:cubicBezTo>
                  <a:pt x="10867" y="-18"/>
                  <a:pt x="10673" y="381"/>
                  <a:pt x="10645" y="776"/>
                </a:cubicBezTo>
                <a:lnTo>
                  <a:pt x="10620" y="1117"/>
                </a:lnTo>
                <a:lnTo>
                  <a:pt x="10274" y="1138"/>
                </a:lnTo>
                <a:cubicBezTo>
                  <a:pt x="9978" y="1157"/>
                  <a:pt x="9940" y="1178"/>
                  <a:pt x="10016" y="1259"/>
                </a:cubicBezTo>
                <a:cubicBezTo>
                  <a:pt x="10100" y="1349"/>
                  <a:pt x="10099" y="1358"/>
                  <a:pt x="10016" y="1544"/>
                </a:cubicBezTo>
                <a:cubicBezTo>
                  <a:pt x="9967" y="1651"/>
                  <a:pt x="9908" y="1723"/>
                  <a:pt x="9884" y="1701"/>
                </a:cubicBezTo>
                <a:cubicBezTo>
                  <a:pt x="9859" y="1679"/>
                  <a:pt x="9833" y="2896"/>
                  <a:pt x="9826" y="4511"/>
                </a:cubicBezTo>
                <a:lnTo>
                  <a:pt x="9816" y="7364"/>
                </a:lnTo>
                <a:lnTo>
                  <a:pt x="9645" y="7386"/>
                </a:lnTo>
                <a:cubicBezTo>
                  <a:pt x="9553" y="7399"/>
                  <a:pt x="9436" y="7478"/>
                  <a:pt x="9382" y="7556"/>
                </a:cubicBezTo>
                <a:cubicBezTo>
                  <a:pt x="9265" y="7727"/>
                  <a:pt x="9253" y="8029"/>
                  <a:pt x="9363" y="8090"/>
                </a:cubicBezTo>
                <a:cubicBezTo>
                  <a:pt x="9522" y="8179"/>
                  <a:pt x="9378" y="8268"/>
                  <a:pt x="8987" y="8318"/>
                </a:cubicBezTo>
                <a:cubicBezTo>
                  <a:pt x="8728" y="8352"/>
                  <a:pt x="8591" y="8398"/>
                  <a:pt x="8598" y="8453"/>
                </a:cubicBezTo>
                <a:cubicBezTo>
                  <a:pt x="8604" y="8499"/>
                  <a:pt x="8569" y="8536"/>
                  <a:pt x="8520" y="8531"/>
                </a:cubicBezTo>
                <a:cubicBezTo>
                  <a:pt x="8427" y="8520"/>
                  <a:pt x="8392" y="8645"/>
                  <a:pt x="8368" y="9093"/>
                </a:cubicBezTo>
                <a:lnTo>
                  <a:pt x="8354" y="9349"/>
                </a:lnTo>
                <a:lnTo>
                  <a:pt x="7900" y="9385"/>
                </a:lnTo>
                <a:lnTo>
                  <a:pt x="7447" y="9421"/>
                </a:lnTo>
                <a:lnTo>
                  <a:pt x="7423" y="9677"/>
                </a:lnTo>
                <a:cubicBezTo>
                  <a:pt x="7399" y="9921"/>
                  <a:pt x="7387" y="9940"/>
                  <a:pt x="7184" y="9961"/>
                </a:cubicBezTo>
                <a:cubicBezTo>
                  <a:pt x="7022" y="9978"/>
                  <a:pt x="6948" y="10027"/>
                  <a:pt x="6887" y="10161"/>
                </a:cubicBezTo>
                <a:cubicBezTo>
                  <a:pt x="6843" y="10259"/>
                  <a:pt x="6776" y="10338"/>
                  <a:pt x="6740" y="10338"/>
                </a:cubicBezTo>
                <a:cubicBezTo>
                  <a:pt x="6647" y="10338"/>
                  <a:pt x="6620" y="11134"/>
                  <a:pt x="6711" y="11185"/>
                </a:cubicBezTo>
                <a:cubicBezTo>
                  <a:pt x="6747" y="11205"/>
                  <a:pt x="6762" y="11258"/>
                  <a:pt x="6745" y="11299"/>
                </a:cubicBezTo>
                <a:cubicBezTo>
                  <a:pt x="6707" y="11388"/>
                  <a:pt x="5627" y="11395"/>
                  <a:pt x="5590" y="11306"/>
                </a:cubicBezTo>
                <a:cubicBezTo>
                  <a:pt x="5575" y="11272"/>
                  <a:pt x="5561" y="11022"/>
                  <a:pt x="5556" y="10751"/>
                </a:cubicBezTo>
                <a:lnTo>
                  <a:pt x="5546" y="10260"/>
                </a:lnTo>
                <a:lnTo>
                  <a:pt x="5215" y="10274"/>
                </a:lnTo>
                <a:lnTo>
                  <a:pt x="4883" y="10289"/>
                </a:lnTo>
                <a:lnTo>
                  <a:pt x="4898" y="10096"/>
                </a:lnTo>
                <a:cubicBezTo>
                  <a:pt x="4907" y="9967"/>
                  <a:pt x="4887" y="9906"/>
                  <a:pt x="4844" y="9919"/>
                </a:cubicBezTo>
                <a:cubicBezTo>
                  <a:pt x="4799" y="9933"/>
                  <a:pt x="4785" y="9853"/>
                  <a:pt x="4791" y="9662"/>
                </a:cubicBezTo>
                <a:lnTo>
                  <a:pt x="4800" y="9385"/>
                </a:lnTo>
                <a:lnTo>
                  <a:pt x="4479" y="9385"/>
                </a:lnTo>
                <a:cubicBezTo>
                  <a:pt x="4303" y="9385"/>
                  <a:pt x="4148" y="9354"/>
                  <a:pt x="4133" y="9321"/>
                </a:cubicBezTo>
                <a:cubicBezTo>
                  <a:pt x="4119" y="9287"/>
                  <a:pt x="4103" y="8843"/>
                  <a:pt x="4099" y="8332"/>
                </a:cubicBezTo>
                <a:lnTo>
                  <a:pt x="4089" y="7400"/>
                </a:lnTo>
                <a:lnTo>
                  <a:pt x="3743" y="7400"/>
                </a:lnTo>
                <a:cubicBezTo>
                  <a:pt x="3375" y="7400"/>
                  <a:pt x="3330" y="7457"/>
                  <a:pt x="3445" y="7770"/>
                </a:cubicBezTo>
                <a:cubicBezTo>
                  <a:pt x="3477" y="7857"/>
                  <a:pt x="3480" y="7921"/>
                  <a:pt x="3450" y="7948"/>
                </a:cubicBezTo>
                <a:cubicBezTo>
                  <a:pt x="3380" y="8012"/>
                  <a:pt x="3380" y="12815"/>
                  <a:pt x="3450" y="12878"/>
                </a:cubicBezTo>
                <a:cubicBezTo>
                  <a:pt x="3481" y="12907"/>
                  <a:pt x="3488" y="13015"/>
                  <a:pt x="3470" y="13135"/>
                </a:cubicBezTo>
                <a:cubicBezTo>
                  <a:pt x="3441" y="13334"/>
                  <a:pt x="3449" y="13347"/>
                  <a:pt x="3631" y="13369"/>
                </a:cubicBezTo>
                <a:cubicBezTo>
                  <a:pt x="3811" y="13391"/>
                  <a:pt x="3826" y="13406"/>
                  <a:pt x="3840" y="13647"/>
                </a:cubicBezTo>
                <a:cubicBezTo>
                  <a:pt x="3848" y="13788"/>
                  <a:pt x="3864" y="13956"/>
                  <a:pt x="3879" y="14017"/>
                </a:cubicBezTo>
                <a:cubicBezTo>
                  <a:pt x="3893" y="14077"/>
                  <a:pt x="3897" y="14132"/>
                  <a:pt x="3889" y="14138"/>
                </a:cubicBezTo>
                <a:cubicBezTo>
                  <a:pt x="3833" y="14175"/>
                  <a:pt x="4083" y="14449"/>
                  <a:pt x="4147" y="14422"/>
                </a:cubicBezTo>
                <a:cubicBezTo>
                  <a:pt x="4191" y="14404"/>
                  <a:pt x="4314" y="14386"/>
                  <a:pt x="4425" y="14373"/>
                </a:cubicBezTo>
                <a:lnTo>
                  <a:pt x="4630" y="14344"/>
                </a:lnTo>
                <a:lnTo>
                  <a:pt x="4644" y="14679"/>
                </a:lnTo>
                <a:cubicBezTo>
                  <a:pt x="4661" y="15080"/>
                  <a:pt x="4736" y="15313"/>
                  <a:pt x="4864" y="15362"/>
                </a:cubicBezTo>
                <a:cubicBezTo>
                  <a:pt x="4917" y="15383"/>
                  <a:pt x="4955" y="15443"/>
                  <a:pt x="4947" y="15497"/>
                </a:cubicBezTo>
                <a:cubicBezTo>
                  <a:pt x="4937" y="15567"/>
                  <a:pt x="5000" y="15600"/>
                  <a:pt x="5181" y="15604"/>
                </a:cubicBezTo>
                <a:cubicBezTo>
                  <a:pt x="5423" y="15611"/>
                  <a:pt x="5435" y="15617"/>
                  <a:pt x="5468" y="15853"/>
                </a:cubicBezTo>
                <a:cubicBezTo>
                  <a:pt x="5487" y="15988"/>
                  <a:pt x="5487" y="16140"/>
                  <a:pt x="5473" y="16194"/>
                </a:cubicBezTo>
                <a:cubicBezTo>
                  <a:pt x="5453" y="16270"/>
                  <a:pt x="5525" y="16294"/>
                  <a:pt x="5790" y="16294"/>
                </a:cubicBezTo>
                <a:cubicBezTo>
                  <a:pt x="6187" y="16294"/>
                  <a:pt x="6349" y="16428"/>
                  <a:pt x="6258" y="16678"/>
                </a:cubicBezTo>
                <a:cubicBezTo>
                  <a:pt x="6201" y="16832"/>
                  <a:pt x="6259" y="16918"/>
                  <a:pt x="6594" y="17190"/>
                </a:cubicBezTo>
                <a:cubicBezTo>
                  <a:pt x="6681" y="17261"/>
                  <a:pt x="6735" y="17354"/>
                  <a:pt x="6721" y="17411"/>
                </a:cubicBezTo>
                <a:cubicBezTo>
                  <a:pt x="6707" y="17465"/>
                  <a:pt x="6681" y="18325"/>
                  <a:pt x="6667" y="19325"/>
                </a:cubicBezTo>
                <a:cubicBezTo>
                  <a:pt x="6647" y="20739"/>
                  <a:pt x="6657" y="21147"/>
                  <a:pt x="6706" y="21175"/>
                </a:cubicBezTo>
                <a:cubicBezTo>
                  <a:pt x="6741" y="21194"/>
                  <a:pt x="6770" y="21278"/>
                  <a:pt x="6770" y="21353"/>
                </a:cubicBezTo>
                <a:cubicBezTo>
                  <a:pt x="6770" y="21429"/>
                  <a:pt x="6777" y="21499"/>
                  <a:pt x="6789" y="21516"/>
                </a:cubicBezTo>
                <a:cubicBezTo>
                  <a:pt x="6800" y="21533"/>
                  <a:pt x="7057" y="21552"/>
                  <a:pt x="7359" y="21552"/>
                </a:cubicBezTo>
                <a:cubicBezTo>
                  <a:pt x="7817" y="21552"/>
                  <a:pt x="7909" y="21530"/>
                  <a:pt x="7905" y="21438"/>
                </a:cubicBezTo>
                <a:cubicBezTo>
                  <a:pt x="7902" y="21375"/>
                  <a:pt x="7945" y="21326"/>
                  <a:pt x="8003" y="21324"/>
                </a:cubicBezTo>
                <a:cubicBezTo>
                  <a:pt x="8058" y="21322"/>
                  <a:pt x="8097" y="21283"/>
                  <a:pt x="8091" y="21239"/>
                </a:cubicBezTo>
                <a:cubicBezTo>
                  <a:pt x="8085" y="21194"/>
                  <a:pt x="8113" y="21117"/>
                  <a:pt x="8154" y="21068"/>
                </a:cubicBezTo>
                <a:cubicBezTo>
                  <a:pt x="8232" y="20973"/>
                  <a:pt x="8263" y="20218"/>
                  <a:pt x="8193" y="20079"/>
                </a:cubicBezTo>
                <a:cubicBezTo>
                  <a:pt x="8172" y="20038"/>
                  <a:pt x="8049" y="20008"/>
                  <a:pt x="7925" y="20008"/>
                </a:cubicBezTo>
                <a:cubicBezTo>
                  <a:pt x="7632" y="20008"/>
                  <a:pt x="7574" y="19938"/>
                  <a:pt x="7574" y="19602"/>
                </a:cubicBezTo>
                <a:cubicBezTo>
                  <a:pt x="7574" y="19319"/>
                  <a:pt x="7677" y="19109"/>
                  <a:pt x="7774" y="19197"/>
                </a:cubicBezTo>
                <a:cubicBezTo>
                  <a:pt x="7805" y="19224"/>
                  <a:pt x="7864" y="19204"/>
                  <a:pt x="7905" y="19154"/>
                </a:cubicBezTo>
                <a:cubicBezTo>
                  <a:pt x="7961" y="19087"/>
                  <a:pt x="8011" y="19088"/>
                  <a:pt x="8100" y="19147"/>
                </a:cubicBezTo>
                <a:cubicBezTo>
                  <a:pt x="8213" y="19222"/>
                  <a:pt x="8219" y="19205"/>
                  <a:pt x="8237" y="18934"/>
                </a:cubicBezTo>
                <a:cubicBezTo>
                  <a:pt x="8247" y="18777"/>
                  <a:pt x="8240" y="18593"/>
                  <a:pt x="8222" y="18521"/>
                </a:cubicBezTo>
                <a:cubicBezTo>
                  <a:pt x="8172" y="18319"/>
                  <a:pt x="8216" y="18279"/>
                  <a:pt x="8481" y="18279"/>
                </a:cubicBezTo>
                <a:cubicBezTo>
                  <a:pt x="8616" y="18279"/>
                  <a:pt x="8741" y="18242"/>
                  <a:pt x="8758" y="18201"/>
                </a:cubicBezTo>
                <a:cubicBezTo>
                  <a:pt x="8776" y="18160"/>
                  <a:pt x="8807" y="18143"/>
                  <a:pt x="8831" y="18165"/>
                </a:cubicBezTo>
                <a:cubicBezTo>
                  <a:pt x="8855" y="18187"/>
                  <a:pt x="8886" y="18052"/>
                  <a:pt x="8895" y="17859"/>
                </a:cubicBezTo>
                <a:cubicBezTo>
                  <a:pt x="8910" y="17511"/>
                  <a:pt x="8910" y="17503"/>
                  <a:pt x="9085" y="17503"/>
                </a:cubicBezTo>
                <a:cubicBezTo>
                  <a:pt x="9247" y="17503"/>
                  <a:pt x="9260" y="17524"/>
                  <a:pt x="9275" y="17745"/>
                </a:cubicBezTo>
                <a:cubicBezTo>
                  <a:pt x="9284" y="17877"/>
                  <a:pt x="9349" y="18066"/>
                  <a:pt x="9416" y="18165"/>
                </a:cubicBezTo>
                <a:cubicBezTo>
                  <a:pt x="9484" y="18263"/>
                  <a:pt x="9538" y="18392"/>
                  <a:pt x="9538" y="18450"/>
                </a:cubicBezTo>
                <a:cubicBezTo>
                  <a:pt x="9538" y="18509"/>
                  <a:pt x="9606" y="18593"/>
                  <a:pt x="9689" y="18635"/>
                </a:cubicBezTo>
                <a:lnTo>
                  <a:pt x="9840" y="18713"/>
                </a:lnTo>
                <a:lnTo>
                  <a:pt x="9840" y="19858"/>
                </a:lnTo>
                <a:cubicBezTo>
                  <a:pt x="9840" y="21414"/>
                  <a:pt x="9794" y="21341"/>
                  <a:pt x="10757" y="21353"/>
                </a:cubicBezTo>
                <a:cubicBezTo>
                  <a:pt x="11350" y="21361"/>
                  <a:pt x="11501" y="21340"/>
                  <a:pt x="11551" y="21253"/>
                </a:cubicBezTo>
                <a:cubicBezTo>
                  <a:pt x="11612" y="21145"/>
                  <a:pt x="11608" y="21137"/>
                  <a:pt x="11488" y="21118"/>
                </a:cubicBezTo>
                <a:cubicBezTo>
                  <a:pt x="11445" y="21111"/>
                  <a:pt x="11425" y="20961"/>
                  <a:pt x="11425" y="20648"/>
                </a:cubicBezTo>
                <a:lnTo>
                  <a:pt x="11425" y="20186"/>
                </a:lnTo>
                <a:lnTo>
                  <a:pt x="11166" y="20186"/>
                </a:lnTo>
                <a:cubicBezTo>
                  <a:pt x="10991" y="20186"/>
                  <a:pt x="10891" y="20156"/>
                  <a:pt x="10864" y="20086"/>
                </a:cubicBezTo>
                <a:cubicBezTo>
                  <a:pt x="10842" y="20028"/>
                  <a:pt x="10835" y="19161"/>
                  <a:pt x="10849" y="18158"/>
                </a:cubicBezTo>
                <a:lnTo>
                  <a:pt x="10874" y="16329"/>
                </a:lnTo>
                <a:lnTo>
                  <a:pt x="11166" y="16308"/>
                </a:lnTo>
                <a:cubicBezTo>
                  <a:pt x="11388" y="16291"/>
                  <a:pt x="11454" y="16262"/>
                  <a:pt x="11434" y="16187"/>
                </a:cubicBezTo>
                <a:cubicBezTo>
                  <a:pt x="11420" y="16132"/>
                  <a:pt x="11422" y="16071"/>
                  <a:pt x="11439" y="16045"/>
                </a:cubicBezTo>
                <a:cubicBezTo>
                  <a:pt x="11469" y="16002"/>
                  <a:pt x="11475" y="15960"/>
                  <a:pt x="11517" y="15653"/>
                </a:cubicBezTo>
                <a:cubicBezTo>
                  <a:pt x="11538" y="15499"/>
                  <a:pt x="11848" y="15384"/>
                  <a:pt x="11941" y="15497"/>
                </a:cubicBezTo>
                <a:cubicBezTo>
                  <a:pt x="11988" y="15553"/>
                  <a:pt x="12005" y="15546"/>
                  <a:pt x="12005" y="15461"/>
                </a:cubicBezTo>
                <a:cubicBezTo>
                  <a:pt x="12005" y="15397"/>
                  <a:pt x="12037" y="15316"/>
                  <a:pt x="12078" y="15283"/>
                </a:cubicBezTo>
                <a:cubicBezTo>
                  <a:pt x="12131" y="15240"/>
                  <a:pt x="12155" y="15052"/>
                  <a:pt x="12165" y="14600"/>
                </a:cubicBezTo>
                <a:lnTo>
                  <a:pt x="12180" y="13981"/>
                </a:lnTo>
                <a:lnTo>
                  <a:pt x="12356" y="13960"/>
                </a:lnTo>
                <a:cubicBezTo>
                  <a:pt x="12692" y="13922"/>
                  <a:pt x="12768" y="13875"/>
                  <a:pt x="12736" y="13725"/>
                </a:cubicBezTo>
                <a:cubicBezTo>
                  <a:pt x="12717" y="13640"/>
                  <a:pt x="12734" y="13564"/>
                  <a:pt x="12780" y="13526"/>
                </a:cubicBezTo>
                <a:cubicBezTo>
                  <a:pt x="12845" y="13473"/>
                  <a:pt x="12861" y="13209"/>
                  <a:pt x="12872" y="11954"/>
                </a:cubicBezTo>
                <a:lnTo>
                  <a:pt x="12887" y="10452"/>
                </a:lnTo>
                <a:lnTo>
                  <a:pt x="13004" y="10445"/>
                </a:lnTo>
                <a:cubicBezTo>
                  <a:pt x="13132" y="10435"/>
                  <a:pt x="13228" y="10689"/>
                  <a:pt x="13204" y="10965"/>
                </a:cubicBezTo>
                <a:cubicBezTo>
                  <a:pt x="13183" y="11198"/>
                  <a:pt x="13385" y="11441"/>
                  <a:pt x="13594" y="11441"/>
                </a:cubicBezTo>
                <a:cubicBezTo>
                  <a:pt x="13691" y="11441"/>
                  <a:pt x="13813" y="11485"/>
                  <a:pt x="13867" y="11534"/>
                </a:cubicBezTo>
                <a:cubicBezTo>
                  <a:pt x="14049" y="11700"/>
                  <a:pt x="14124" y="11452"/>
                  <a:pt x="14159" y="10566"/>
                </a:cubicBezTo>
                <a:cubicBezTo>
                  <a:pt x="14171" y="10266"/>
                  <a:pt x="14153" y="9954"/>
                  <a:pt x="14125" y="9869"/>
                </a:cubicBezTo>
                <a:cubicBezTo>
                  <a:pt x="14096" y="9785"/>
                  <a:pt x="14065" y="9650"/>
                  <a:pt x="14057" y="9570"/>
                </a:cubicBezTo>
                <a:cubicBezTo>
                  <a:pt x="14042" y="9436"/>
                  <a:pt x="13996" y="9418"/>
                  <a:pt x="13545" y="9399"/>
                </a:cubicBezTo>
                <a:cubicBezTo>
                  <a:pt x="13218" y="9385"/>
                  <a:pt x="13027" y="9413"/>
                  <a:pt x="12979" y="9470"/>
                </a:cubicBezTo>
                <a:cubicBezTo>
                  <a:pt x="12866" y="9608"/>
                  <a:pt x="12848" y="9500"/>
                  <a:pt x="12858" y="8844"/>
                </a:cubicBezTo>
                <a:cubicBezTo>
                  <a:pt x="12867" y="8309"/>
                  <a:pt x="12854" y="8220"/>
                  <a:pt x="12775" y="8175"/>
                </a:cubicBezTo>
                <a:cubicBezTo>
                  <a:pt x="12693" y="8129"/>
                  <a:pt x="12693" y="8118"/>
                  <a:pt x="12765" y="8040"/>
                </a:cubicBezTo>
                <a:cubicBezTo>
                  <a:pt x="12809" y="7992"/>
                  <a:pt x="12855" y="7910"/>
                  <a:pt x="12867" y="7855"/>
                </a:cubicBezTo>
                <a:cubicBezTo>
                  <a:pt x="12885" y="7774"/>
                  <a:pt x="13102" y="7754"/>
                  <a:pt x="13998" y="7763"/>
                </a:cubicBezTo>
                <a:cubicBezTo>
                  <a:pt x="14927" y="7773"/>
                  <a:pt x="15121" y="7761"/>
                  <a:pt x="15173" y="7670"/>
                </a:cubicBezTo>
                <a:cubicBezTo>
                  <a:pt x="15207" y="7610"/>
                  <a:pt x="15266" y="7577"/>
                  <a:pt x="15305" y="7599"/>
                </a:cubicBezTo>
                <a:cubicBezTo>
                  <a:pt x="15363" y="7631"/>
                  <a:pt x="15378" y="7541"/>
                  <a:pt x="15378" y="7129"/>
                </a:cubicBezTo>
                <a:lnTo>
                  <a:pt x="15378" y="6617"/>
                </a:lnTo>
                <a:lnTo>
                  <a:pt x="15227" y="6631"/>
                </a:lnTo>
                <a:cubicBezTo>
                  <a:pt x="15136" y="6639"/>
                  <a:pt x="15058" y="6598"/>
                  <a:pt x="15032" y="6532"/>
                </a:cubicBezTo>
                <a:cubicBezTo>
                  <a:pt x="14997" y="6439"/>
                  <a:pt x="14869" y="6433"/>
                  <a:pt x="14203" y="6468"/>
                </a:cubicBezTo>
                <a:cubicBezTo>
                  <a:pt x="13468" y="6507"/>
                  <a:pt x="13258" y="6469"/>
                  <a:pt x="13433" y="6325"/>
                </a:cubicBezTo>
                <a:cubicBezTo>
                  <a:pt x="13473" y="6292"/>
                  <a:pt x="13516" y="6146"/>
                  <a:pt x="13525" y="6005"/>
                </a:cubicBezTo>
                <a:lnTo>
                  <a:pt x="13540" y="5749"/>
                </a:lnTo>
                <a:lnTo>
                  <a:pt x="15075" y="5728"/>
                </a:lnTo>
                <a:cubicBezTo>
                  <a:pt x="16439" y="5712"/>
                  <a:pt x="16619" y="5693"/>
                  <a:pt x="16674" y="5585"/>
                </a:cubicBezTo>
                <a:cubicBezTo>
                  <a:pt x="16717" y="5500"/>
                  <a:pt x="16720" y="5435"/>
                  <a:pt x="16684" y="5372"/>
                </a:cubicBezTo>
                <a:cubicBezTo>
                  <a:pt x="16648" y="5309"/>
                  <a:pt x="16646" y="5271"/>
                  <a:pt x="16684" y="5237"/>
                </a:cubicBezTo>
                <a:cubicBezTo>
                  <a:pt x="16721" y="5204"/>
                  <a:pt x="16741" y="4606"/>
                  <a:pt x="16738" y="3387"/>
                </a:cubicBezTo>
                <a:cubicBezTo>
                  <a:pt x="16733" y="1848"/>
                  <a:pt x="16743" y="1561"/>
                  <a:pt x="16811" y="1452"/>
                </a:cubicBezTo>
                <a:cubicBezTo>
                  <a:pt x="16913" y="1287"/>
                  <a:pt x="16909" y="1201"/>
                  <a:pt x="16806" y="1259"/>
                </a:cubicBezTo>
                <a:cubicBezTo>
                  <a:pt x="16761" y="1284"/>
                  <a:pt x="16700" y="1275"/>
                  <a:pt x="16669" y="1238"/>
                </a:cubicBezTo>
                <a:cubicBezTo>
                  <a:pt x="16638" y="1200"/>
                  <a:pt x="16496" y="1160"/>
                  <a:pt x="16357" y="1146"/>
                </a:cubicBezTo>
                <a:lnTo>
                  <a:pt x="16109" y="1117"/>
                </a:lnTo>
                <a:lnTo>
                  <a:pt x="16094" y="790"/>
                </a:lnTo>
                <a:cubicBezTo>
                  <a:pt x="16086" y="609"/>
                  <a:pt x="16067" y="410"/>
                  <a:pt x="16050" y="349"/>
                </a:cubicBezTo>
                <a:cubicBezTo>
                  <a:pt x="16033" y="289"/>
                  <a:pt x="16024" y="176"/>
                  <a:pt x="16031" y="100"/>
                </a:cubicBezTo>
                <a:cubicBezTo>
                  <a:pt x="16036" y="36"/>
                  <a:pt x="16035" y="2"/>
                  <a:pt x="16021" y="0"/>
                </a:cubicBezTo>
                <a:close/>
                <a:moveTo>
                  <a:pt x="5575" y="17069"/>
                </a:moveTo>
                <a:cubicBezTo>
                  <a:pt x="5503" y="17056"/>
                  <a:pt x="5421" y="17072"/>
                  <a:pt x="5390" y="17133"/>
                </a:cubicBezTo>
                <a:cubicBezTo>
                  <a:pt x="5340" y="17231"/>
                  <a:pt x="5014" y="17243"/>
                  <a:pt x="2865" y="17247"/>
                </a:cubicBezTo>
                <a:cubicBezTo>
                  <a:pt x="1508" y="17249"/>
                  <a:pt x="389" y="17251"/>
                  <a:pt x="375" y="17247"/>
                </a:cubicBezTo>
                <a:cubicBezTo>
                  <a:pt x="49" y="17142"/>
                  <a:pt x="-30" y="17243"/>
                  <a:pt x="9" y="17717"/>
                </a:cubicBezTo>
                <a:cubicBezTo>
                  <a:pt x="30" y="17983"/>
                  <a:pt x="48" y="18048"/>
                  <a:pt x="82" y="17959"/>
                </a:cubicBezTo>
                <a:cubicBezTo>
                  <a:pt x="107" y="17894"/>
                  <a:pt x="171" y="17838"/>
                  <a:pt x="219" y="17838"/>
                </a:cubicBezTo>
                <a:cubicBezTo>
                  <a:pt x="268" y="17838"/>
                  <a:pt x="326" y="17802"/>
                  <a:pt x="355" y="17760"/>
                </a:cubicBezTo>
                <a:cubicBezTo>
                  <a:pt x="390" y="17708"/>
                  <a:pt x="1255" y="17689"/>
                  <a:pt x="3036" y="17703"/>
                </a:cubicBezTo>
                <a:cubicBezTo>
                  <a:pt x="4547" y="17716"/>
                  <a:pt x="5663" y="17697"/>
                  <a:pt x="5663" y="17660"/>
                </a:cubicBezTo>
                <a:cubicBezTo>
                  <a:pt x="5663" y="17624"/>
                  <a:pt x="5621" y="17552"/>
                  <a:pt x="5575" y="17503"/>
                </a:cubicBezTo>
                <a:cubicBezTo>
                  <a:pt x="5472" y="17393"/>
                  <a:pt x="5522" y="17156"/>
                  <a:pt x="5634" y="17219"/>
                </a:cubicBezTo>
                <a:cubicBezTo>
                  <a:pt x="5676" y="17242"/>
                  <a:pt x="5712" y="17230"/>
                  <a:pt x="5712" y="17190"/>
                </a:cubicBezTo>
                <a:cubicBezTo>
                  <a:pt x="5712" y="17123"/>
                  <a:pt x="5647" y="17082"/>
                  <a:pt x="5575" y="17069"/>
                </a:cubicBezTo>
                <a:close/>
                <a:moveTo>
                  <a:pt x="21222" y="17283"/>
                </a:moveTo>
                <a:cubicBezTo>
                  <a:pt x="20907" y="17245"/>
                  <a:pt x="12095" y="17252"/>
                  <a:pt x="12053" y="17290"/>
                </a:cubicBezTo>
                <a:cubicBezTo>
                  <a:pt x="12027" y="17313"/>
                  <a:pt x="12005" y="17454"/>
                  <a:pt x="12005" y="17603"/>
                </a:cubicBezTo>
                <a:lnTo>
                  <a:pt x="12005" y="17873"/>
                </a:lnTo>
                <a:lnTo>
                  <a:pt x="16616" y="17852"/>
                </a:lnTo>
                <a:cubicBezTo>
                  <a:pt x="20705" y="17834"/>
                  <a:pt x="21236" y="17844"/>
                  <a:pt x="21334" y="17944"/>
                </a:cubicBezTo>
                <a:cubicBezTo>
                  <a:pt x="21435" y="18048"/>
                  <a:pt x="21452" y="18052"/>
                  <a:pt x="21510" y="17937"/>
                </a:cubicBezTo>
                <a:cubicBezTo>
                  <a:pt x="21544" y="17868"/>
                  <a:pt x="21570" y="17758"/>
                  <a:pt x="21568" y="17695"/>
                </a:cubicBezTo>
                <a:cubicBezTo>
                  <a:pt x="21564" y="17567"/>
                  <a:pt x="21481" y="17254"/>
                  <a:pt x="21475" y="17347"/>
                </a:cubicBezTo>
                <a:cubicBezTo>
                  <a:pt x="21473" y="17379"/>
                  <a:pt x="21440" y="17384"/>
                  <a:pt x="21407" y="17354"/>
                </a:cubicBezTo>
                <a:cubicBezTo>
                  <a:pt x="21374" y="17324"/>
                  <a:pt x="21293" y="17291"/>
                  <a:pt x="21222" y="17283"/>
                </a:cubicBezTo>
                <a:close/>
                <a:moveTo>
                  <a:pt x="18829" y="18542"/>
                </a:moveTo>
                <a:cubicBezTo>
                  <a:pt x="18405" y="18532"/>
                  <a:pt x="18397" y="18536"/>
                  <a:pt x="18341" y="18734"/>
                </a:cubicBezTo>
                <a:cubicBezTo>
                  <a:pt x="18310" y="18844"/>
                  <a:pt x="18298" y="18982"/>
                  <a:pt x="18312" y="19033"/>
                </a:cubicBezTo>
                <a:cubicBezTo>
                  <a:pt x="18329" y="19099"/>
                  <a:pt x="18478" y="19126"/>
                  <a:pt x="18834" y="19126"/>
                </a:cubicBezTo>
                <a:lnTo>
                  <a:pt x="19331" y="19126"/>
                </a:lnTo>
                <a:lnTo>
                  <a:pt x="19331" y="18891"/>
                </a:lnTo>
                <a:cubicBezTo>
                  <a:pt x="19331" y="18763"/>
                  <a:pt x="19316" y="18634"/>
                  <a:pt x="19297" y="18606"/>
                </a:cubicBezTo>
                <a:cubicBezTo>
                  <a:pt x="19277" y="18578"/>
                  <a:pt x="19065" y="18548"/>
                  <a:pt x="18829" y="18542"/>
                </a:cubicBezTo>
                <a:close/>
                <a:moveTo>
                  <a:pt x="3372" y="18869"/>
                </a:moveTo>
                <a:cubicBezTo>
                  <a:pt x="3347" y="18855"/>
                  <a:pt x="3342" y="18876"/>
                  <a:pt x="3367" y="18934"/>
                </a:cubicBezTo>
                <a:cubicBezTo>
                  <a:pt x="3417" y="19051"/>
                  <a:pt x="3328" y="19079"/>
                  <a:pt x="2787" y="19097"/>
                </a:cubicBezTo>
                <a:cubicBezTo>
                  <a:pt x="2306" y="19113"/>
                  <a:pt x="2253" y="19129"/>
                  <a:pt x="2149" y="19289"/>
                </a:cubicBezTo>
                <a:cubicBezTo>
                  <a:pt x="2087" y="19385"/>
                  <a:pt x="2037" y="19546"/>
                  <a:pt x="2037" y="19645"/>
                </a:cubicBezTo>
                <a:cubicBezTo>
                  <a:pt x="2037" y="19837"/>
                  <a:pt x="2128" y="19875"/>
                  <a:pt x="2227" y="19730"/>
                </a:cubicBezTo>
                <a:cubicBezTo>
                  <a:pt x="2274" y="19662"/>
                  <a:pt x="2302" y="19662"/>
                  <a:pt x="2349" y="19730"/>
                </a:cubicBezTo>
                <a:cubicBezTo>
                  <a:pt x="2427" y="19844"/>
                  <a:pt x="3277" y="19858"/>
                  <a:pt x="3324" y="19745"/>
                </a:cubicBezTo>
                <a:cubicBezTo>
                  <a:pt x="3343" y="19701"/>
                  <a:pt x="3398" y="19675"/>
                  <a:pt x="3450" y="19695"/>
                </a:cubicBezTo>
                <a:cubicBezTo>
                  <a:pt x="3502" y="19715"/>
                  <a:pt x="3537" y="19705"/>
                  <a:pt x="3523" y="19673"/>
                </a:cubicBezTo>
                <a:cubicBezTo>
                  <a:pt x="3509" y="19641"/>
                  <a:pt x="3530" y="19575"/>
                  <a:pt x="3572" y="19524"/>
                </a:cubicBezTo>
                <a:cubicBezTo>
                  <a:pt x="3661" y="19415"/>
                  <a:pt x="3632" y="19208"/>
                  <a:pt x="3494" y="19005"/>
                </a:cubicBezTo>
                <a:cubicBezTo>
                  <a:pt x="3444" y="18932"/>
                  <a:pt x="3396" y="18883"/>
                  <a:pt x="3372" y="18869"/>
                </a:cubicBezTo>
                <a:close/>
                <a:moveTo>
                  <a:pt x="13769" y="19994"/>
                </a:moveTo>
                <a:lnTo>
                  <a:pt x="13496" y="20015"/>
                </a:lnTo>
                <a:lnTo>
                  <a:pt x="13486" y="20328"/>
                </a:lnTo>
                <a:cubicBezTo>
                  <a:pt x="13480" y="20531"/>
                  <a:pt x="13494" y="20616"/>
                  <a:pt x="13525" y="20570"/>
                </a:cubicBezTo>
                <a:cubicBezTo>
                  <a:pt x="13576" y="20496"/>
                  <a:pt x="13839" y="20649"/>
                  <a:pt x="13896" y="20783"/>
                </a:cubicBezTo>
                <a:cubicBezTo>
                  <a:pt x="13946" y="20901"/>
                  <a:pt x="14133" y="20862"/>
                  <a:pt x="14101" y="20741"/>
                </a:cubicBezTo>
                <a:cubicBezTo>
                  <a:pt x="14086" y="20681"/>
                  <a:pt x="14093" y="20615"/>
                  <a:pt x="14120" y="20591"/>
                </a:cubicBezTo>
                <a:cubicBezTo>
                  <a:pt x="14151" y="20563"/>
                  <a:pt x="14151" y="20497"/>
                  <a:pt x="14120" y="20413"/>
                </a:cubicBezTo>
                <a:cubicBezTo>
                  <a:pt x="14087" y="20324"/>
                  <a:pt x="14094" y="20259"/>
                  <a:pt x="14135" y="20200"/>
                </a:cubicBezTo>
                <a:cubicBezTo>
                  <a:pt x="14231" y="20059"/>
                  <a:pt x="14081" y="19974"/>
                  <a:pt x="13769" y="19994"/>
                </a:cubicBezTo>
                <a:close/>
                <a:moveTo>
                  <a:pt x="141" y="20556"/>
                </a:moveTo>
                <a:cubicBezTo>
                  <a:pt x="48" y="20556"/>
                  <a:pt x="24" y="20599"/>
                  <a:pt x="24" y="20762"/>
                </a:cubicBezTo>
                <a:cubicBezTo>
                  <a:pt x="24" y="20886"/>
                  <a:pt x="63" y="20996"/>
                  <a:pt x="126" y="21054"/>
                </a:cubicBezTo>
                <a:cubicBezTo>
                  <a:pt x="182" y="21105"/>
                  <a:pt x="216" y="21185"/>
                  <a:pt x="199" y="21225"/>
                </a:cubicBezTo>
                <a:cubicBezTo>
                  <a:pt x="182" y="21266"/>
                  <a:pt x="187" y="21288"/>
                  <a:pt x="209" y="21282"/>
                </a:cubicBezTo>
                <a:cubicBezTo>
                  <a:pt x="232" y="21277"/>
                  <a:pt x="273" y="21280"/>
                  <a:pt x="301" y="21289"/>
                </a:cubicBezTo>
                <a:cubicBezTo>
                  <a:pt x="329" y="21299"/>
                  <a:pt x="398" y="21311"/>
                  <a:pt x="453" y="21317"/>
                </a:cubicBezTo>
                <a:cubicBezTo>
                  <a:pt x="508" y="21323"/>
                  <a:pt x="547" y="21366"/>
                  <a:pt x="540" y="21417"/>
                </a:cubicBezTo>
                <a:cubicBezTo>
                  <a:pt x="531" y="21484"/>
                  <a:pt x="632" y="21509"/>
                  <a:pt x="930" y="21509"/>
                </a:cubicBezTo>
                <a:cubicBezTo>
                  <a:pt x="1161" y="21509"/>
                  <a:pt x="1326" y="21483"/>
                  <a:pt x="1310" y="21445"/>
                </a:cubicBezTo>
                <a:cubicBezTo>
                  <a:pt x="1294" y="21408"/>
                  <a:pt x="1370" y="21233"/>
                  <a:pt x="1481" y="21061"/>
                </a:cubicBezTo>
                <a:cubicBezTo>
                  <a:pt x="1635" y="20819"/>
                  <a:pt x="1670" y="20731"/>
                  <a:pt x="1627" y="20655"/>
                </a:cubicBezTo>
                <a:cubicBezTo>
                  <a:pt x="1587" y="20585"/>
                  <a:pt x="1551" y="20578"/>
                  <a:pt x="1505" y="20634"/>
                </a:cubicBezTo>
                <a:cubicBezTo>
                  <a:pt x="1460" y="20688"/>
                  <a:pt x="1430" y="20687"/>
                  <a:pt x="1408" y="20634"/>
                </a:cubicBezTo>
                <a:cubicBezTo>
                  <a:pt x="1363" y="20529"/>
                  <a:pt x="444" y="20529"/>
                  <a:pt x="399" y="20634"/>
                </a:cubicBezTo>
                <a:cubicBezTo>
                  <a:pt x="375" y="20691"/>
                  <a:pt x="350" y="20691"/>
                  <a:pt x="311" y="20634"/>
                </a:cubicBezTo>
                <a:cubicBezTo>
                  <a:pt x="281" y="20590"/>
                  <a:pt x="205" y="20556"/>
                  <a:pt x="141" y="20556"/>
                </a:cubicBezTo>
                <a:close/>
                <a:moveTo>
                  <a:pt x="5137" y="20584"/>
                </a:moveTo>
                <a:lnTo>
                  <a:pt x="4781" y="20591"/>
                </a:lnTo>
                <a:lnTo>
                  <a:pt x="4771" y="21032"/>
                </a:lnTo>
                <a:cubicBezTo>
                  <a:pt x="4767" y="21275"/>
                  <a:pt x="4777" y="21505"/>
                  <a:pt x="4791" y="21538"/>
                </a:cubicBezTo>
                <a:cubicBezTo>
                  <a:pt x="4806" y="21572"/>
                  <a:pt x="4863" y="21582"/>
                  <a:pt x="4922" y="21559"/>
                </a:cubicBezTo>
                <a:cubicBezTo>
                  <a:pt x="4981" y="21536"/>
                  <a:pt x="5105" y="21510"/>
                  <a:pt x="5195" y="21509"/>
                </a:cubicBezTo>
                <a:cubicBezTo>
                  <a:pt x="5285" y="21508"/>
                  <a:pt x="5352" y="21490"/>
                  <a:pt x="5346" y="21459"/>
                </a:cubicBezTo>
                <a:cubicBezTo>
                  <a:pt x="5323" y="21339"/>
                  <a:pt x="5465" y="21080"/>
                  <a:pt x="5532" y="21118"/>
                </a:cubicBezTo>
                <a:cubicBezTo>
                  <a:pt x="5572" y="21140"/>
                  <a:pt x="5628" y="21094"/>
                  <a:pt x="5658" y="21011"/>
                </a:cubicBezTo>
                <a:cubicBezTo>
                  <a:pt x="5704" y="20885"/>
                  <a:pt x="5697" y="20860"/>
                  <a:pt x="5600" y="20840"/>
                </a:cubicBezTo>
                <a:cubicBezTo>
                  <a:pt x="5532" y="20826"/>
                  <a:pt x="5490" y="20763"/>
                  <a:pt x="5493" y="20691"/>
                </a:cubicBezTo>
                <a:cubicBezTo>
                  <a:pt x="5498" y="20589"/>
                  <a:pt x="5441" y="20575"/>
                  <a:pt x="5137" y="20584"/>
                </a:cubicBezTo>
                <a:close/>
                <a:moveTo>
                  <a:pt x="16060" y="20591"/>
                </a:moveTo>
                <a:lnTo>
                  <a:pt x="16075" y="20798"/>
                </a:lnTo>
                <a:cubicBezTo>
                  <a:pt x="16086" y="20950"/>
                  <a:pt x="16062" y="21018"/>
                  <a:pt x="15982" y="21061"/>
                </a:cubicBezTo>
                <a:cubicBezTo>
                  <a:pt x="15886" y="21113"/>
                  <a:pt x="15881" y="21123"/>
                  <a:pt x="15953" y="21210"/>
                </a:cubicBezTo>
                <a:cubicBezTo>
                  <a:pt x="15997" y="21263"/>
                  <a:pt x="16031" y="21350"/>
                  <a:pt x="16031" y="21402"/>
                </a:cubicBezTo>
                <a:cubicBezTo>
                  <a:pt x="16031" y="21455"/>
                  <a:pt x="16069" y="21510"/>
                  <a:pt x="16114" y="21523"/>
                </a:cubicBezTo>
                <a:cubicBezTo>
                  <a:pt x="16222" y="21555"/>
                  <a:pt x="16885" y="21521"/>
                  <a:pt x="17030" y="21474"/>
                </a:cubicBezTo>
                <a:cubicBezTo>
                  <a:pt x="17093" y="21454"/>
                  <a:pt x="17133" y="21403"/>
                  <a:pt x="17118" y="21367"/>
                </a:cubicBezTo>
                <a:cubicBezTo>
                  <a:pt x="17072" y="21260"/>
                  <a:pt x="17189" y="21198"/>
                  <a:pt x="17264" y="21289"/>
                </a:cubicBezTo>
                <a:cubicBezTo>
                  <a:pt x="17354" y="21399"/>
                  <a:pt x="17377" y="21326"/>
                  <a:pt x="17371" y="20926"/>
                </a:cubicBezTo>
                <a:lnTo>
                  <a:pt x="17366" y="20591"/>
                </a:lnTo>
                <a:lnTo>
                  <a:pt x="16713" y="20591"/>
                </a:lnTo>
                <a:lnTo>
                  <a:pt x="16060" y="20591"/>
                </a:lnTo>
                <a:close/>
                <a:moveTo>
                  <a:pt x="5575" y="21367"/>
                </a:moveTo>
                <a:cubicBezTo>
                  <a:pt x="5511" y="21367"/>
                  <a:pt x="5511" y="21385"/>
                  <a:pt x="5561" y="21474"/>
                </a:cubicBezTo>
                <a:cubicBezTo>
                  <a:pt x="5596" y="21535"/>
                  <a:pt x="5643" y="21567"/>
                  <a:pt x="5668" y="21545"/>
                </a:cubicBezTo>
                <a:cubicBezTo>
                  <a:pt x="5732" y="21487"/>
                  <a:pt x="5669" y="21367"/>
                  <a:pt x="5575" y="21367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Multimedia Software Pitch Deck by Slidesgo">
      <a:dk1>
        <a:srgbClr val="F3F3F3"/>
      </a:dk1>
      <a:lt1>
        <a:srgbClr val="F3F3F3"/>
      </a:lt1>
      <a:dk2>
        <a:srgbClr val="A7A7A7"/>
      </a:dk2>
      <a:lt2>
        <a:srgbClr val="535353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0000FF"/>
      </a:hlink>
      <a:folHlink>
        <a:srgbClr val="FF00FF"/>
      </a:folHlink>
    </a:clrScheme>
    <a:fontScheme name="Multimedia Software Pitch Deck by Slidesgo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Multimedia Software Pitch Deck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777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1" i="0" u="none" strike="noStrike" cap="none" spc="0" normalizeH="0" baseline="0">
            <a:ln>
              <a:noFill/>
            </a:ln>
            <a:solidFill>
              <a:srgbClr val="F3F3F3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777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1" i="0" u="none" strike="noStrike" cap="none" spc="0" normalizeH="0" baseline="0">
            <a:ln>
              <a:noFill/>
            </a:ln>
            <a:solidFill>
              <a:srgbClr val="F3F3F3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ultimedia Software Pitch Deck by Slidesgo">
  <a:themeElements>
    <a:clrScheme name="Multimedia Software Pitch Deck by Slidesg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0000FF"/>
      </a:hlink>
      <a:folHlink>
        <a:srgbClr val="FF00FF"/>
      </a:folHlink>
    </a:clrScheme>
    <a:fontScheme name="Multimedia Software Pitch Deck by Slidesgo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Multimedia Software Pitch Deck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777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1" i="0" u="none" strike="noStrike" cap="none" spc="0" normalizeH="0" baseline="0">
            <a:ln>
              <a:noFill/>
            </a:ln>
            <a:solidFill>
              <a:srgbClr val="F3F3F3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777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1" i="0" u="none" strike="noStrike" cap="none" spc="0" normalizeH="0" baseline="0">
            <a:ln>
              <a:noFill/>
            </a:ln>
            <a:solidFill>
              <a:srgbClr val="F3F3F3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403</Words>
  <Application>Microsoft Office PowerPoint</Application>
  <PresentationFormat>On-screen Show (16:9)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Epilogue</vt:lpstr>
      <vt:lpstr>Helvetica</vt:lpstr>
      <vt:lpstr>Lato</vt:lpstr>
      <vt:lpstr>Multimedia Software Pitch Deck by Slidesgo</vt:lpstr>
      <vt:lpstr>Skin Disease Detection</vt:lpstr>
      <vt:lpstr>The Team</vt:lpstr>
      <vt:lpstr>PowerPoint Presentation</vt:lpstr>
      <vt:lpstr>PowerPoint Presentation</vt:lpstr>
      <vt:lpstr>PowerPoint Presentation</vt:lpstr>
      <vt:lpstr>Project Features</vt:lpstr>
      <vt:lpstr>Project Demo</vt:lpstr>
      <vt:lpstr>Dataset &amp; Preprocessing Overview</vt:lpstr>
      <vt:lpstr>Model Development</vt:lpstr>
      <vt:lpstr>Performance Evaluation </vt:lpstr>
      <vt:lpstr>Impact &amp; Limitations</vt:lpstr>
      <vt:lpstr>Future Works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refat pasha</dc:creator>
  <cp:lastModifiedBy>refat pasha</cp:lastModifiedBy>
  <cp:revision>4</cp:revision>
  <dcterms:modified xsi:type="dcterms:W3CDTF">2025-08-04T05:04:50Z</dcterms:modified>
</cp:coreProperties>
</file>